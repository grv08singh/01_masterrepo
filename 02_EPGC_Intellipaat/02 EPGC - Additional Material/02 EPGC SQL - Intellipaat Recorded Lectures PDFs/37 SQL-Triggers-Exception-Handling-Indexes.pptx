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3"/>
    <p:sldMasterId id="2147483686" r:id="rId4"/>
  </p:sldMasterIdLst>
  <p:notesMasterIdLst>
    <p:notesMasterId r:id="rId6"/>
  </p:notesMasterIdLst>
  <p:sldIdLst>
    <p:sldId id="256" r:id="rId5"/>
    <p:sldId id="516" r:id="rId7"/>
    <p:sldId id="517" r:id="rId8"/>
    <p:sldId id="531" r:id="rId9"/>
    <p:sldId id="537" r:id="rId10"/>
    <p:sldId id="539" r:id="rId11"/>
    <p:sldId id="514" r:id="rId12"/>
    <p:sldId id="515" r:id="rId13"/>
  </p:sldIdLst>
  <p:sldSz cx="12192000" cy="6858000"/>
  <p:notesSz cx="6858000" cy="9144000"/>
  <p:embeddedFontLst>
    <p:embeddedFont>
      <p:font typeface="Lato" panose="020F0502020204030203"/>
      <p:regular r:id="rId18"/>
      <p:bold r:id="rId19"/>
    </p:embeddedFon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Raleway Light"/>
      <p:regular r:id="rId24"/>
      <p:bold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Raleway Light" charset="0"/>
      <p:regular r:id="rId31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1" orient="horz" pos="1160" userDrawn="1">
          <p15:clr>
            <a:srgbClr val="A4A3A4"/>
          </p15:clr>
        </p15:guide>
        <p15:guide id="2" pos="3625" userDrawn="1">
          <p15:clr>
            <a:srgbClr val="A4A3A4"/>
          </p15:clr>
        </p15:guide>
        <p15:guide id="7" orient="horz" pos="2629" userDrawn="1">
          <p15:clr>
            <a:srgbClr val="A4A3A4"/>
          </p15:clr>
        </p15:guide>
        <p15:guide id="4" pos="5476" userDrawn="1">
          <p15:clr>
            <a:srgbClr val="A4A3A4"/>
          </p15:clr>
        </p15:guide>
        <p15:guide id="5" orient="horz" pos="3914" userDrawn="1">
          <p15:clr>
            <a:srgbClr val="A4A3A4"/>
          </p15:clr>
        </p15:guide>
        <p15:guide id="6" pos="72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na Naznee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7E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0"/>
      </p:cViewPr>
      <p:guideLst>
        <p:guide orient="horz" pos="2160"/>
        <p:guide pos="3840"/>
        <p:guide orient="horz" pos="1160"/>
        <p:guide pos="3625"/>
        <p:guide orient="horz" pos="2629"/>
        <p:guide pos="5476"/>
        <p:guide orient="horz" pos="3914"/>
        <p:guide pos="72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3" name="Google Shape;45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655" name="Google Shape;655;p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5b05f015ba_0_9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62" name="Google Shape;662;g25b05f015ba_0_9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dle title ">
  <p:cSld name="Midle title 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7"/>
          <p:cNvSpPr txBox="1">
            <a:spLocks noGrp="1"/>
          </p:cNvSpPr>
          <p:nvPr>
            <p:ph type="body" idx="1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217"/>
          <p:cNvSpPr txBox="1">
            <a:spLocks noGrp="1"/>
          </p:cNvSpPr>
          <p:nvPr>
            <p:ph type="body" idx="2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left title">
  <p:cSld name="Top left 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4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" name="Google Shape;18;p224"/>
          <p:cNvSpPr txBox="1">
            <a:spLocks noGrp="1"/>
          </p:cNvSpPr>
          <p:nvPr>
            <p:ph type="body" idx="2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ear">
  <p:cSld name="Clea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2">
  <p:cSld name="Graphic with title 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6"/>
          <p:cNvSpPr>
            <a:spLocks noGrp="1"/>
          </p:cNvSpPr>
          <p:nvPr>
            <p:ph type="pic" idx="2"/>
          </p:nvPr>
        </p:nvSpPr>
        <p:spPr>
          <a:xfrm>
            <a:off x="4898367" y="-706535"/>
            <a:ext cx="7418239" cy="74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7" name="Google Shape;47;p226"/>
          <p:cNvSpPr txBox="1">
            <a:spLocks noGrp="1"/>
          </p:cNvSpPr>
          <p:nvPr>
            <p:ph type="body" idx="1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8" name="Google Shape;48;p226"/>
          <p:cNvSpPr txBox="1">
            <a:spLocks noGrp="1"/>
          </p:cNvSpPr>
          <p:nvPr>
            <p:ph type="body" idx="3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3">
  <p:cSld name="Graphic with title 3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7"/>
          <p:cNvSpPr>
            <a:spLocks noGrp="1"/>
          </p:cNvSpPr>
          <p:nvPr>
            <p:ph type="pic" idx="2"/>
          </p:nvPr>
        </p:nvSpPr>
        <p:spPr>
          <a:xfrm>
            <a:off x="4775079" y="0"/>
            <a:ext cx="7418239" cy="64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1" name="Google Shape;51;p227"/>
          <p:cNvSpPr txBox="1">
            <a:spLocks noGrp="1"/>
          </p:cNvSpPr>
          <p:nvPr>
            <p:ph type="body" idx="1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2" name="Google Shape;52;p227"/>
          <p:cNvSpPr txBox="1">
            <a:spLocks noGrp="1"/>
          </p:cNvSpPr>
          <p:nvPr>
            <p:ph type="body" idx="3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4">
  <p:cSld name="Graphic with title 4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8"/>
          <p:cNvSpPr>
            <a:spLocks noGrp="1"/>
          </p:cNvSpPr>
          <p:nvPr>
            <p:ph type="pic" idx="2"/>
          </p:nvPr>
        </p:nvSpPr>
        <p:spPr>
          <a:xfrm>
            <a:off x="4898367" y="-461577"/>
            <a:ext cx="7418239" cy="74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5" name="Google Shape;55;p228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6" name="Google Shape;56;p228"/>
          <p:cNvSpPr txBox="1">
            <a:spLocks noGrp="1"/>
          </p:cNvSpPr>
          <p:nvPr>
            <p:ph type="body" idx="3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1">
  <p:cSld name="Concept graphic 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9"/>
          <p:cNvSpPr>
            <a:spLocks noGrp="1"/>
          </p:cNvSpPr>
          <p:nvPr>
            <p:ph type="pic" idx="2"/>
          </p:nvPr>
        </p:nvSpPr>
        <p:spPr>
          <a:xfrm>
            <a:off x="-12742" y="-819120"/>
            <a:ext cx="12169663" cy="745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2">
  <p:cSld name="Concept graphic 2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0"/>
          <p:cNvSpPr>
            <a:spLocks noGrp="1"/>
          </p:cNvSpPr>
          <p:nvPr>
            <p:ph type="pic" idx="2"/>
          </p:nvPr>
        </p:nvSpPr>
        <p:spPr>
          <a:xfrm>
            <a:off x="1" y="0"/>
            <a:ext cx="12156920" cy="662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3">
  <p:cSld name="Concept graphic 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1"/>
          <p:cNvSpPr>
            <a:spLocks noGrp="1"/>
          </p:cNvSpPr>
          <p:nvPr>
            <p:ph type="pic" idx="2"/>
          </p:nvPr>
        </p:nvSpPr>
        <p:spPr>
          <a:xfrm>
            <a:off x="5" y="2"/>
            <a:ext cx="12156919" cy="4719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4">
  <p:cSld name="Concept graphic 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2"/>
          <p:cNvSpPr>
            <a:spLocks noGrp="1"/>
          </p:cNvSpPr>
          <p:nvPr>
            <p:ph type="pic" idx="2"/>
          </p:nvPr>
        </p:nvSpPr>
        <p:spPr>
          <a:xfrm>
            <a:off x="-13635" y="-5335"/>
            <a:ext cx="12471072" cy="602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5">
  <p:cSld name="Concept graphic 5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3"/>
          <p:cNvSpPr>
            <a:spLocks noGrp="1"/>
          </p:cNvSpPr>
          <p:nvPr>
            <p:ph type="pic" idx="2"/>
          </p:nvPr>
        </p:nvSpPr>
        <p:spPr>
          <a:xfrm>
            <a:off x="1" y="494108"/>
            <a:ext cx="12448915" cy="578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dle title ">
  <p:cSld name="Midle title 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4"/>
          <p:cNvSpPr txBox="1">
            <a:spLocks noGrp="1"/>
          </p:cNvSpPr>
          <p:nvPr>
            <p:ph type="body" idx="1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234"/>
          <p:cNvSpPr txBox="1">
            <a:spLocks noGrp="1"/>
          </p:cNvSpPr>
          <p:nvPr>
            <p:ph type="body" idx="2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left title">
  <p:cSld name="Top left 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5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2" name="Google Shape;72;p235"/>
          <p:cNvSpPr txBox="1">
            <a:spLocks noGrp="1"/>
          </p:cNvSpPr>
          <p:nvPr>
            <p:ph type="body" idx="2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center title">
  <p:cSld name="Top center tit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6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5" name="Google Shape;75;p236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op center title">
  <p:cSld name="13_Top center 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7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8" name="Google Shape;78;p237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pic>
        <p:nvPicPr>
          <p:cNvPr id="79" name="Google Shape;79;p237" descr="New Macbook Silv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4417" y="2628432"/>
            <a:ext cx="5960632" cy="34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37"/>
          <p:cNvSpPr>
            <a:spLocks noGrp="1"/>
          </p:cNvSpPr>
          <p:nvPr>
            <p:ph type="pic" idx="3"/>
          </p:nvPr>
        </p:nvSpPr>
        <p:spPr>
          <a:xfrm>
            <a:off x="1309666" y="2882745"/>
            <a:ext cx="4548553" cy="2872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p left title">
  <p:cSld name="1_Top left titl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8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3" name="Google Shape;83;p238"/>
          <p:cNvSpPr txBox="1">
            <a:spLocks noGrp="1"/>
          </p:cNvSpPr>
          <p:nvPr>
            <p:ph type="body" idx="2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grpSp>
        <p:nvGrpSpPr>
          <p:cNvPr id="84" name="Google Shape;84;p238"/>
          <p:cNvGrpSpPr/>
          <p:nvPr/>
        </p:nvGrpSpPr>
        <p:grpSpPr>
          <a:xfrm>
            <a:off x="6907316" y="497273"/>
            <a:ext cx="4008056" cy="5937596"/>
            <a:chOff x="0" y="0"/>
            <a:chExt cx="6591304" cy="9765730"/>
          </a:xfrm>
        </p:grpSpPr>
        <p:pic>
          <p:nvPicPr>
            <p:cNvPr id="85" name="Google Shape;85;p238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0" y="0"/>
              <a:ext cx="6591304" cy="9765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238"/>
            <p:cNvSpPr/>
            <p:nvPr/>
          </p:nvSpPr>
          <p:spPr>
            <a:xfrm>
              <a:off x="363079" y="954047"/>
              <a:ext cx="5879097" cy="7806214"/>
            </a:xfrm>
            <a:prstGeom prst="rect">
              <a:avLst/>
            </a:prstGeom>
            <a:solidFill>
              <a:srgbClr val="606060"/>
            </a:solidFill>
            <a:ln w="25400" cap="flat" cmpd="sng">
              <a:solidFill>
                <a:srgbClr val="000000">
                  <a:alpha val="0"/>
                </a:srgbClr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33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87" name="Google Shape;87;p238"/>
          <p:cNvSpPr>
            <a:spLocks noGrp="1"/>
          </p:cNvSpPr>
          <p:nvPr>
            <p:ph type="pic" idx="3"/>
          </p:nvPr>
        </p:nvSpPr>
        <p:spPr>
          <a:xfrm>
            <a:off x="7128099" y="1077337"/>
            <a:ext cx="3574976" cy="474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op center title">
  <p:cSld name="12_Top center 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9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0" name="Google Shape;90;p239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1" name="Google Shape;91;p239"/>
          <p:cNvSpPr>
            <a:spLocks noGrp="1"/>
          </p:cNvSpPr>
          <p:nvPr>
            <p:ph type="pic" idx="3"/>
          </p:nvPr>
        </p:nvSpPr>
        <p:spPr>
          <a:xfrm>
            <a:off x="6256285" y="2409093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op center title">
  <p:cSld name="14_Top center 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0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4" name="Google Shape;94;p240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5" name="Google Shape;95;p240"/>
          <p:cNvSpPr>
            <a:spLocks noGrp="1"/>
          </p:cNvSpPr>
          <p:nvPr>
            <p:ph type="pic" idx="3"/>
          </p:nvPr>
        </p:nvSpPr>
        <p:spPr>
          <a:xfrm>
            <a:off x="722679" y="2409093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op center title">
  <p:cSld name="5_Top center 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1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8" name="Google Shape;98;p241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9" name="Google Shape;99;p241"/>
          <p:cNvSpPr>
            <a:spLocks noGrp="1"/>
          </p:cNvSpPr>
          <p:nvPr>
            <p:ph type="pic" idx="3"/>
          </p:nvPr>
        </p:nvSpPr>
        <p:spPr>
          <a:xfrm>
            <a:off x="0" y="1875696"/>
            <a:ext cx="12192000" cy="498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op center title">
  <p:cSld name="6_Top center 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2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2" name="Google Shape;102;p242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3" name="Google Shape;103;p242"/>
          <p:cNvSpPr>
            <a:spLocks noGrp="1"/>
          </p:cNvSpPr>
          <p:nvPr>
            <p:ph type="pic" idx="3"/>
          </p:nvPr>
        </p:nvSpPr>
        <p:spPr>
          <a:xfrm>
            <a:off x="0" y="1875695"/>
            <a:ext cx="12192000" cy="293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op center title">
  <p:cSld name="4_Top center titl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3"/>
          <p:cNvSpPr txBox="1">
            <a:spLocks noGrp="1"/>
          </p:cNvSpPr>
          <p:nvPr>
            <p:ph type="body" idx="1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6" name="Google Shape;106;p243"/>
          <p:cNvSpPr txBox="1">
            <a:spLocks noGrp="1"/>
          </p:cNvSpPr>
          <p:nvPr>
            <p:ph type="body" idx="2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7" name="Google Shape;107;p243"/>
          <p:cNvSpPr>
            <a:spLocks noGrp="1"/>
          </p:cNvSpPr>
          <p:nvPr>
            <p:ph type="pic" idx="3"/>
          </p:nvPr>
        </p:nvSpPr>
        <p:spPr>
          <a:xfrm>
            <a:off x="624417" y="1685045"/>
            <a:ext cx="3475892" cy="34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8" name="Google Shape;108;p243"/>
          <p:cNvSpPr>
            <a:spLocks noGrp="1"/>
          </p:cNvSpPr>
          <p:nvPr>
            <p:ph type="pic" idx="4"/>
          </p:nvPr>
        </p:nvSpPr>
        <p:spPr>
          <a:xfrm>
            <a:off x="4358054" y="1685045"/>
            <a:ext cx="3475892" cy="34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9" name="Google Shape;109;p243"/>
          <p:cNvSpPr>
            <a:spLocks noGrp="1"/>
          </p:cNvSpPr>
          <p:nvPr>
            <p:ph type="pic" idx="5"/>
          </p:nvPr>
        </p:nvSpPr>
        <p:spPr>
          <a:xfrm>
            <a:off x="8091691" y="1685045"/>
            <a:ext cx="3475892" cy="34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op center title">
  <p:cSld name="11_Top center titl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4"/>
          <p:cNvSpPr txBox="1">
            <a:spLocks noGrp="1"/>
          </p:cNvSpPr>
          <p:nvPr>
            <p:ph type="body" idx="1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2" name="Google Shape;112;p244"/>
          <p:cNvSpPr txBox="1">
            <a:spLocks noGrp="1"/>
          </p:cNvSpPr>
          <p:nvPr>
            <p:ph type="body" idx="2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3" name="Google Shape;113;p244"/>
          <p:cNvSpPr>
            <a:spLocks noGrp="1"/>
          </p:cNvSpPr>
          <p:nvPr>
            <p:ph type="pic" idx="3"/>
          </p:nvPr>
        </p:nvSpPr>
        <p:spPr>
          <a:xfrm>
            <a:off x="624420" y="1705708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4" name="Google Shape;114;p244"/>
          <p:cNvSpPr>
            <a:spLocks noGrp="1"/>
          </p:cNvSpPr>
          <p:nvPr>
            <p:ph type="pic" idx="4"/>
          </p:nvPr>
        </p:nvSpPr>
        <p:spPr>
          <a:xfrm>
            <a:off x="6318741" y="1705708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op center title">
  <p:cSld name="10_Top center titl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5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7" name="Google Shape;117;p245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8" name="Google Shape;118;p245"/>
          <p:cNvSpPr>
            <a:spLocks noGrp="1"/>
          </p:cNvSpPr>
          <p:nvPr>
            <p:ph type="pic" idx="3"/>
          </p:nvPr>
        </p:nvSpPr>
        <p:spPr>
          <a:xfrm>
            <a:off x="1160588" y="2262559"/>
            <a:ext cx="2614243" cy="26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9" name="Google Shape;119;p245"/>
          <p:cNvSpPr>
            <a:spLocks noGrp="1"/>
          </p:cNvSpPr>
          <p:nvPr>
            <p:ph type="pic" idx="4"/>
          </p:nvPr>
        </p:nvSpPr>
        <p:spPr>
          <a:xfrm>
            <a:off x="4788879" y="2262559"/>
            <a:ext cx="2614243" cy="26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0" name="Google Shape;120;p245"/>
          <p:cNvSpPr>
            <a:spLocks noGrp="1"/>
          </p:cNvSpPr>
          <p:nvPr>
            <p:ph type="pic" idx="5"/>
          </p:nvPr>
        </p:nvSpPr>
        <p:spPr>
          <a:xfrm>
            <a:off x="8305797" y="2262559"/>
            <a:ext cx="2614243" cy="26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op center title">
  <p:cSld name="7_Top center titl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6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3" name="Google Shape;123;p246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4" name="Google Shape;124;p246"/>
          <p:cNvSpPr>
            <a:spLocks noGrp="1"/>
          </p:cNvSpPr>
          <p:nvPr>
            <p:ph type="pic" idx="3"/>
          </p:nvPr>
        </p:nvSpPr>
        <p:spPr>
          <a:xfrm>
            <a:off x="624418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5" name="Google Shape;125;p246"/>
          <p:cNvSpPr>
            <a:spLocks noGrp="1"/>
          </p:cNvSpPr>
          <p:nvPr>
            <p:ph type="pic" idx="4"/>
          </p:nvPr>
        </p:nvSpPr>
        <p:spPr>
          <a:xfrm>
            <a:off x="3490708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6" name="Google Shape;126;p246"/>
          <p:cNvSpPr>
            <a:spLocks noGrp="1"/>
          </p:cNvSpPr>
          <p:nvPr>
            <p:ph type="pic" idx="5"/>
          </p:nvPr>
        </p:nvSpPr>
        <p:spPr>
          <a:xfrm>
            <a:off x="6356999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7" name="Google Shape;127;p246"/>
          <p:cNvSpPr>
            <a:spLocks noGrp="1"/>
          </p:cNvSpPr>
          <p:nvPr>
            <p:ph type="pic" idx="6"/>
          </p:nvPr>
        </p:nvSpPr>
        <p:spPr>
          <a:xfrm>
            <a:off x="9222971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op center title">
  <p:cSld name="8_Top center titl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7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0" name="Google Shape;130;p247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1" name="Google Shape;131;p247"/>
          <p:cNvSpPr>
            <a:spLocks noGrp="1"/>
          </p:cNvSpPr>
          <p:nvPr>
            <p:ph type="pic" idx="3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2" name="Google Shape;132;p247"/>
          <p:cNvSpPr>
            <a:spLocks noGrp="1"/>
          </p:cNvSpPr>
          <p:nvPr>
            <p:ph type="pic" idx="4"/>
          </p:nvPr>
        </p:nvSpPr>
        <p:spPr>
          <a:xfrm>
            <a:off x="2869443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3" name="Google Shape;133;p247"/>
          <p:cNvSpPr>
            <a:spLocks noGrp="1"/>
          </p:cNvSpPr>
          <p:nvPr>
            <p:ph type="pic" idx="5"/>
          </p:nvPr>
        </p:nvSpPr>
        <p:spPr>
          <a:xfrm>
            <a:off x="5114470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4" name="Google Shape;134;p247"/>
          <p:cNvSpPr>
            <a:spLocks noGrp="1"/>
          </p:cNvSpPr>
          <p:nvPr>
            <p:ph type="pic" idx="6"/>
          </p:nvPr>
        </p:nvSpPr>
        <p:spPr>
          <a:xfrm>
            <a:off x="7359497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5" name="Google Shape;135;p247"/>
          <p:cNvSpPr>
            <a:spLocks noGrp="1"/>
          </p:cNvSpPr>
          <p:nvPr>
            <p:ph type="pic" idx="7"/>
          </p:nvPr>
        </p:nvSpPr>
        <p:spPr>
          <a:xfrm>
            <a:off x="9604523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op center title">
  <p:cSld name="9_Top center titl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8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8" name="Google Shape;138;p248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9" name="Google Shape;139;p248"/>
          <p:cNvSpPr>
            <a:spLocks noGrp="1"/>
          </p:cNvSpPr>
          <p:nvPr>
            <p:ph type="pic" idx="3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0" name="Google Shape;140;p248"/>
          <p:cNvSpPr>
            <a:spLocks noGrp="1"/>
          </p:cNvSpPr>
          <p:nvPr>
            <p:ph type="pic" idx="4"/>
          </p:nvPr>
        </p:nvSpPr>
        <p:spPr>
          <a:xfrm>
            <a:off x="624418" y="4290653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1" name="Google Shape;141;p248"/>
          <p:cNvSpPr>
            <a:spLocks noGrp="1"/>
          </p:cNvSpPr>
          <p:nvPr>
            <p:ph type="pic" idx="5"/>
          </p:nvPr>
        </p:nvSpPr>
        <p:spPr>
          <a:xfrm>
            <a:off x="6096001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2" name="Google Shape;142;p248"/>
          <p:cNvSpPr>
            <a:spLocks noGrp="1"/>
          </p:cNvSpPr>
          <p:nvPr>
            <p:ph type="pic" idx="6"/>
          </p:nvPr>
        </p:nvSpPr>
        <p:spPr>
          <a:xfrm>
            <a:off x="6096001" y="4290653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op center title">
  <p:cSld name="2_Top center 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9"/>
          <p:cNvSpPr txBox="1">
            <a:spLocks noGrp="1"/>
          </p:cNvSpPr>
          <p:nvPr>
            <p:ph type="body" idx="1"/>
          </p:nvPr>
        </p:nvSpPr>
        <p:spPr>
          <a:xfrm>
            <a:off x="3329431" y="84920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5" name="Google Shape;145;p249"/>
          <p:cNvSpPr txBox="1">
            <a:spLocks noGrp="1"/>
          </p:cNvSpPr>
          <p:nvPr>
            <p:ph type="body" idx="2"/>
          </p:nvPr>
        </p:nvSpPr>
        <p:spPr>
          <a:xfrm>
            <a:off x="3329431" y="1677787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6" name="Google Shape;146;p249"/>
          <p:cNvSpPr txBox="1">
            <a:spLocks noGrp="1"/>
          </p:cNvSpPr>
          <p:nvPr>
            <p:ph type="body" idx="3"/>
          </p:nvPr>
        </p:nvSpPr>
        <p:spPr>
          <a:xfrm>
            <a:off x="103335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7" name="Google Shape;147;p249"/>
          <p:cNvSpPr/>
          <p:nvPr/>
        </p:nvSpPr>
        <p:spPr>
          <a:xfrm flipH="1">
            <a:off x="682508" y="5595943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8" name="Google Shape;148;p249"/>
          <p:cNvSpPr txBox="1">
            <a:spLocks noGrp="1"/>
          </p:cNvSpPr>
          <p:nvPr>
            <p:ph type="body" idx="4"/>
          </p:nvPr>
        </p:nvSpPr>
        <p:spPr>
          <a:xfrm>
            <a:off x="103335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9" name="Google Shape;149;p249"/>
          <p:cNvSpPr/>
          <p:nvPr/>
        </p:nvSpPr>
        <p:spPr>
          <a:xfrm flipH="1">
            <a:off x="682508" y="6002343"/>
            <a:ext cx="240000" cy="2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0" name="Google Shape;150;p249"/>
          <p:cNvSpPr txBox="1">
            <a:spLocks noGrp="1"/>
          </p:cNvSpPr>
          <p:nvPr>
            <p:ph type="body" idx="5"/>
          </p:nvPr>
        </p:nvSpPr>
        <p:spPr>
          <a:xfrm>
            <a:off x="3806016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1" name="Google Shape;151;p249"/>
          <p:cNvSpPr/>
          <p:nvPr/>
        </p:nvSpPr>
        <p:spPr>
          <a:xfrm flipH="1">
            <a:off x="3455169" y="5595943"/>
            <a:ext cx="240000" cy="2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2" name="Google Shape;152;p249"/>
          <p:cNvSpPr txBox="1">
            <a:spLocks noGrp="1"/>
          </p:cNvSpPr>
          <p:nvPr>
            <p:ph type="body" idx="6"/>
          </p:nvPr>
        </p:nvSpPr>
        <p:spPr>
          <a:xfrm>
            <a:off x="3806016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3" name="Google Shape;153;p249"/>
          <p:cNvSpPr/>
          <p:nvPr/>
        </p:nvSpPr>
        <p:spPr>
          <a:xfrm flipH="1">
            <a:off x="3455169" y="6002343"/>
            <a:ext cx="240000" cy="2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4" name="Google Shape;154;p249"/>
          <p:cNvSpPr txBox="1">
            <a:spLocks noGrp="1"/>
          </p:cNvSpPr>
          <p:nvPr>
            <p:ph type="body" idx="7"/>
          </p:nvPr>
        </p:nvSpPr>
        <p:spPr>
          <a:xfrm>
            <a:off x="6494011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5" name="Google Shape;155;p249"/>
          <p:cNvSpPr/>
          <p:nvPr/>
        </p:nvSpPr>
        <p:spPr>
          <a:xfrm flipH="1">
            <a:off x="6143164" y="5595943"/>
            <a:ext cx="240000" cy="24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6" name="Google Shape;156;p249"/>
          <p:cNvSpPr txBox="1">
            <a:spLocks noGrp="1"/>
          </p:cNvSpPr>
          <p:nvPr>
            <p:ph type="body" idx="8"/>
          </p:nvPr>
        </p:nvSpPr>
        <p:spPr>
          <a:xfrm>
            <a:off x="6494011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7" name="Google Shape;157;p249"/>
          <p:cNvSpPr/>
          <p:nvPr/>
        </p:nvSpPr>
        <p:spPr>
          <a:xfrm flipH="1">
            <a:off x="6143164" y="6002343"/>
            <a:ext cx="240000" cy="240000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8" name="Google Shape;158;p249"/>
          <p:cNvSpPr txBox="1">
            <a:spLocks noGrp="1"/>
          </p:cNvSpPr>
          <p:nvPr>
            <p:ph type="body" idx="9"/>
          </p:nvPr>
        </p:nvSpPr>
        <p:spPr>
          <a:xfrm>
            <a:off x="918200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9" name="Google Shape;159;p249"/>
          <p:cNvSpPr/>
          <p:nvPr/>
        </p:nvSpPr>
        <p:spPr>
          <a:xfrm flipH="1">
            <a:off x="8831159" y="5595943"/>
            <a:ext cx="240000" cy="240000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60" name="Google Shape;160;p249"/>
          <p:cNvSpPr txBox="1">
            <a:spLocks noGrp="1"/>
          </p:cNvSpPr>
          <p:nvPr>
            <p:ph type="body" idx="13"/>
          </p:nvPr>
        </p:nvSpPr>
        <p:spPr>
          <a:xfrm>
            <a:off x="918200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1" name="Google Shape;161;p249"/>
          <p:cNvSpPr/>
          <p:nvPr/>
        </p:nvSpPr>
        <p:spPr>
          <a:xfrm flipH="1">
            <a:off x="8831159" y="6002343"/>
            <a:ext cx="240000" cy="240000"/>
          </a:xfrm>
          <a:prstGeom prst="ellipse">
            <a:avLst/>
          </a:prstGeom>
          <a:solidFill>
            <a:srgbClr val="1442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op center title">
  <p:cSld name="3_Top center 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0"/>
          <p:cNvSpPr txBox="1">
            <a:spLocks noGrp="1"/>
          </p:cNvSpPr>
          <p:nvPr>
            <p:ph type="body" idx="1"/>
          </p:nvPr>
        </p:nvSpPr>
        <p:spPr>
          <a:xfrm>
            <a:off x="3329431" y="19561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4" name="Google Shape;164;p250"/>
          <p:cNvSpPr txBox="1">
            <a:spLocks noGrp="1"/>
          </p:cNvSpPr>
          <p:nvPr>
            <p:ph type="body" idx="2"/>
          </p:nvPr>
        </p:nvSpPr>
        <p:spPr>
          <a:xfrm>
            <a:off x="3329431" y="102419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5" name="Google Shape;165;p250"/>
          <p:cNvSpPr/>
          <p:nvPr/>
        </p:nvSpPr>
        <p:spPr>
          <a:xfrm>
            <a:off x="1050232" y="1656563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50"/>
          <p:cNvSpPr/>
          <p:nvPr/>
        </p:nvSpPr>
        <p:spPr>
          <a:xfrm>
            <a:off x="710333" y="2347948"/>
            <a:ext cx="749283" cy="749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250"/>
          <p:cNvSpPr txBox="1">
            <a:spLocks noGrp="1"/>
          </p:cNvSpPr>
          <p:nvPr>
            <p:ph type="body" idx="3"/>
          </p:nvPr>
        </p:nvSpPr>
        <p:spPr>
          <a:xfrm>
            <a:off x="732028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8" name="Google Shape;168;p250"/>
          <p:cNvSpPr>
            <a:spLocks noGrp="1"/>
          </p:cNvSpPr>
          <p:nvPr>
            <p:ph type="pic" idx="4"/>
          </p:nvPr>
        </p:nvSpPr>
        <p:spPr>
          <a:xfrm>
            <a:off x="1308070" y="1814003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9" name="Google Shape;169;p250"/>
          <p:cNvSpPr/>
          <p:nvPr/>
        </p:nvSpPr>
        <p:spPr>
          <a:xfrm>
            <a:off x="6492164" y="1656563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3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250"/>
          <p:cNvSpPr/>
          <p:nvPr/>
        </p:nvSpPr>
        <p:spPr>
          <a:xfrm>
            <a:off x="6152265" y="2347948"/>
            <a:ext cx="749283" cy="7492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250"/>
          <p:cNvSpPr txBox="1">
            <a:spLocks noGrp="1"/>
          </p:cNvSpPr>
          <p:nvPr>
            <p:ph type="body" idx="5"/>
          </p:nvPr>
        </p:nvSpPr>
        <p:spPr>
          <a:xfrm>
            <a:off x="6173960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2" name="Google Shape;172;p250"/>
          <p:cNvSpPr>
            <a:spLocks noGrp="1"/>
          </p:cNvSpPr>
          <p:nvPr>
            <p:ph type="pic" idx="6"/>
          </p:nvPr>
        </p:nvSpPr>
        <p:spPr>
          <a:xfrm>
            <a:off x="6750002" y="1814003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3" name="Google Shape;173;p250"/>
          <p:cNvSpPr/>
          <p:nvPr/>
        </p:nvSpPr>
        <p:spPr>
          <a:xfrm>
            <a:off x="1050232" y="4182244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4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250"/>
          <p:cNvSpPr/>
          <p:nvPr/>
        </p:nvSpPr>
        <p:spPr>
          <a:xfrm>
            <a:off x="710333" y="4873630"/>
            <a:ext cx="749283" cy="7492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250"/>
          <p:cNvSpPr txBox="1">
            <a:spLocks noGrp="1"/>
          </p:cNvSpPr>
          <p:nvPr>
            <p:ph type="body" idx="7"/>
          </p:nvPr>
        </p:nvSpPr>
        <p:spPr>
          <a:xfrm>
            <a:off x="732028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6" name="Google Shape;176;p250"/>
          <p:cNvSpPr>
            <a:spLocks noGrp="1"/>
          </p:cNvSpPr>
          <p:nvPr>
            <p:ph type="pic" idx="8"/>
          </p:nvPr>
        </p:nvSpPr>
        <p:spPr>
          <a:xfrm>
            <a:off x="1308070" y="4339684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7" name="Google Shape;177;p250"/>
          <p:cNvSpPr/>
          <p:nvPr/>
        </p:nvSpPr>
        <p:spPr>
          <a:xfrm>
            <a:off x="6492164" y="4182244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5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250"/>
          <p:cNvSpPr/>
          <p:nvPr/>
        </p:nvSpPr>
        <p:spPr>
          <a:xfrm>
            <a:off x="6152265" y="4873630"/>
            <a:ext cx="749283" cy="7492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250"/>
          <p:cNvSpPr txBox="1">
            <a:spLocks noGrp="1"/>
          </p:cNvSpPr>
          <p:nvPr>
            <p:ph type="body" idx="9"/>
          </p:nvPr>
        </p:nvSpPr>
        <p:spPr>
          <a:xfrm>
            <a:off x="6173960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0" name="Google Shape;180;p250"/>
          <p:cNvSpPr>
            <a:spLocks noGrp="1"/>
          </p:cNvSpPr>
          <p:nvPr>
            <p:ph type="pic" idx="13"/>
          </p:nvPr>
        </p:nvSpPr>
        <p:spPr>
          <a:xfrm>
            <a:off x="6750002" y="4339684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top title">
  <p:cSld name="Right top title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1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3" name="Google Shape;183;p251"/>
          <p:cNvSpPr txBox="1">
            <a:spLocks noGrp="1"/>
          </p:cNvSpPr>
          <p:nvPr>
            <p:ph type="body" idx="2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eghts">
  <p:cSld name="Streghts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2"/>
          <p:cNvSpPr>
            <a:spLocks noGrp="1"/>
          </p:cNvSpPr>
          <p:nvPr>
            <p:ph type="pic" idx="2"/>
          </p:nvPr>
        </p:nvSpPr>
        <p:spPr>
          <a:xfrm>
            <a:off x="1348366" y="989762"/>
            <a:ext cx="3433996" cy="4740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6" name="Google Shape;186;p252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7" name="Google Shape;187;p252"/>
          <p:cNvSpPr txBox="1">
            <a:spLocks noGrp="1"/>
          </p:cNvSpPr>
          <p:nvPr>
            <p:ph type="body" idx="3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acknesses">
  <p:cSld name="Weacknesse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3"/>
          <p:cNvSpPr>
            <a:spLocks noGrp="1"/>
          </p:cNvSpPr>
          <p:nvPr>
            <p:ph type="pic" idx="2"/>
          </p:nvPr>
        </p:nvSpPr>
        <p:spPr>
          <a:xfrm>
            <a:off x="6202129" y="989762"/>
            <a:ext cx="5259327" cy="489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0" name="Google Shape;190;p253"/>
          <p:cNvSpPr txBox="1">
            <a:spLocks noGrp="1"/>
          </p:cNvSpPr>
          <p:nvPr>
            <p:ph type="body" idx="1"/>
          </p:nvPr>
        </p:nvSpPr>
        <p:spPr>
          <a:xfrm>
            <a:off x="624416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1" name="Google Shape;191;p253"/>
          <p:cNvSpPr txBox="1">
            <a:spLocks noGrp="1"/>
          </p:cNvSpPr>
          <p:nvPr>
            <p:ph type="body" idx="3"/>
          </p:nvPr>
        </p:nvSpPr>
        <p:spPr>
          <a:xfrm>
            <a:off x="624416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ortunities">
  <p:cSld name="Oportunitie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4"/>
          <p:cNvSpPr>
            <a:spLocks noGrp="1"/>
          </p:cNvSpPr>
          <p:nvPr>
            <p:ph type="pic" idx="2"/>
          </p:nvPr>
        </p:nvSpPr>
        <p:spPr>
          <a:xfrm>
            <a:off x="1066285" y="959478"/>
            <a:ext cx="4276177" cy="5307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4" name="Google Shape;194;p254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5" name="Google Shape;195;p254"/>
          <p:cNvSpPr txBox="1">
            <a:spLocks noGrp="1"/>
          </p:cNvSpPr>
          <p:nvPr>
            <p:ph type="body" idx="3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ats">
  <p:cSld name="Threat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5"/>
          <p:cNvSpPr>
            <a:spLocks noGrp="1"/>
          </p:cNvSpPr>
          <p:nvPr>
            <p:ph type="pic" idx="2"/>
          </p:nvPr>
        </p:nvSpPr>
        <p:spPr>
          <a:xfrm>
            <a:off x="7040660" y="973997"/>
            <a:ext cx="3582264" cy="563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8" name="Google Shape;198;p255"/>
          <p:cNvSpPr txBox="1">
            <a:spLocks noGrp="1"/>
          </p:cNvSpPr>
          <p:nvPr>
            <p:ph type="body" idx="1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9" name="Google Shape;199;p255"/>
          <p:cNvSpPr txBox="1">
            <a:spLocks noGrp="1"/>
          </p:cNvSpPr>
          <p:nvPr>
            <p:ph type="body" idx="3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p center title">
  <p:cSld name="1_Top center title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6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02" name="Google Shape;202;p256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03" name="Google Shape;203;p256"/>
          <p:cNvSpPr/>
          <p:nvPr/>
        </p:nvSpPr>
        <p:spPr>
          <a:xfrm>
            <a:off x="996833" y="2023904"/>
            <a:ext cx="2880004" cy="2880000"/>
          </a:xfrm>
          <a:prstGeom prst="ellipse">
            <a:avLst/>
          </a:prstGeom>
          <a:noFill/>
          <a:ln w="3810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56"/>
          <p:cNvSpPr/>
          <p:nvPr/>
        </p:nvSpPr>
        <p:spPr>
          <a:xfrm>
            <a:off x="4654431" y="2023904"/>
            <a:ext cx="2880004" cy="2880000"/>
          </a:xfrm>
          <a:prstGeom prst="ellipse">
            <a:avLst/>
          </a:prstGeom>
          <a:noFill/>
          <a:ln w="381000" cap="rnd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56"/>
          <p:cNvSpPr/>
          <p:nvPr/>
        </p:nvSpPr>
        <p:spPr>
          <a:xfrm>
            <a:off x="8334609" y="2023904"/>
            <a:ext cx="2880004" cy="2880000"/>
          </a:xfrm>
          <a:prstGeom prst="ellipse">
            <a:avLst/>
          </a:prstGeom>
          <a:noFill/>
          <a:ln w="381000" cap="rnd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56"/>
          <p:cNvSpPr/>
          <p:nvPr/>
        </p:nvSpPr>
        <p:spPr>
          <a:xfrm>
            <a:off x="3873618" y="3114585"/>
            <a:ext cx="816001" cy="815999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56"/>
          <p:cNvSpPr/>
          <p:nvPr/>
        </p:nvSpPr>
        <p:spPr>
          <a:xfrm>
            <a:off x="7514986" y="3114585"/>
            <a:ext cx="816001" cy="815999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56"/>
          <p:cNvSpPr>
            <a:spLocks noGrp="1"/>
          </p:cNvSpPr>
          <p:nvPr>
            <p:ph type="pic" idx="3"/>
          </p:nvPr>
        </p:nvSpPr>
        <p:spPr>
          <a:xfrm>
            <a:off x="874187" y="1912129"/>
            <a:ext cx="3072984" cy="3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09" name="Google Shape;209;p256"/>
          <p:cNvSpPr>
            <a:spLocks noGrp="1"/>
          </p:cNvSpPr>
          <p:nvPr>
            <p:ph type="pic" idx="4"/>
          </p:nvPr>
        </p:nvSpPr>
        <p:spPr>
          <a:xfrm>
            <a:off x="4585804" y="1912129"/>
            <a:ext cx="3016120" cy="3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0" name="Google Shape;210;p256"/>
          <p:cNvSpPr>
            <a:spLocks noGrp="1"/>
          </p:cNvSpPr>
          <p:nvPr>
            <p:ph type="pic" idx="5"/>
          </p:nvPr>
        </p:nvSpPr>
        <p:spPr>
          <a:xfrm>
            <a:off x="8254103" y="1912129"/>
            <a:ext cx="3071508" cy="3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1" name="Google Shape;211;p256"/>
          <p:cNvSpPr txBox="1">
            <a:spLocks noGrp="1"/>
          </p:cNvSpPr>
          <p:nvPr>
            <p:ph type="body" idx="6"/>
          </p:nvPr>
        </p:nvSpPr>
        <p:spPr>
          <a:xfrm>
            <a:off x="3947171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2" name="Google Shape;212;p256"/>
          <p:cNvSpPr txBox="1">
            <a:spLocks noGrp="1"/>
          </p:cNvSpPr>
          <p:nvPr>
            <p:ph type="body" idx="7"/>
          </p:nvPr>
        </p:nvSpPr>
        <p:spPr>
          <a:xfrm>
            <a:off x="7572830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7"/>
          <p:cNvSpPr/>
          <p:nvPr/>
        </p:nvSpPr>
        <p:spPr>
          <a:xfrm>
            <a:off x="954808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57"/>
          <p:cNvSpPr>
            <a:spLocks noGrp="1"/>
          </p:cNvSpPr>
          <p:nvPr>
            <p:ph type="pic" idx="2"/>
          </p:nvPr>
        </p:nvSpPr>
        <p:spPr>
          <a:xfrm>
            <a:off x="858412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6" name="Google Shape;216;p257"/>
          <p:cNvSpPr txBox="1">
            <a:spLocks noGrp="1"/>
          </p:cNvSpPr>
          <p:nvPr>
            <p:ph type="body" idx="1"/>
          </p:nvPr>
        </p:nvSpPr>
        <p:spPr>
          <a:xfrm>
            <a:off x="858649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7" name="Google Shape;217;p257"/>
          <p:cNvSpPr txBox="1">
            <a:spLocks noGrp="1"/>
          </p:cNvSpPr>
          <p:nvPr>
            <p:ph type="body" idx="3"/>
          </p:nvPr>
        </p:nvSpPr>
        <p:spPr>
          <a:xfrm>
            <a:off x="858649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8" name="Google Shape;218;p257"/>
          <p:cNvSpPr txBox="1">
            <a:spLocks noGrp="1"/>
          </p:cNvSpPr>
          <p:nvPr>
            <p:ph type="body" idx="4"/>
          </p:nvPr>
        </p:nvSpPr>
        <p:spPr>
          <a:xfrm>
            <a:off x="858651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9" name="Google Shape;219;p257"/>
          <p:cNvSpPr txBox="1">
            <a:spLocks noGrp="1"/>
          </p:cNvSpPr>
          <p:nvPr>
            <p:ph type="body" idx="5"/>
          </p:nvPr>
        </p:nvSpPr>
        <p:spPr>
          <a:xfrm>
            <a:off x="1610728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cxnSp>
        <p:nvCxnSpPr>
          <p:cNvPr id="220" name="Google Shape;220;p257"/>
          <p:cNvCxnSpPr/>
          <p:nvPr/>
        </p:nvCxnSpPr>
        <p:spPr>
          <a:xfrm>
            <a:off x="3228335" y="1851379"/>
            <a:ext cx="0" cy="460799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21" name="Google Shape;221;p257"/>
          <p:cNvSpPr/>
          <p:nvPr/>
        </p:nvSpPr>
        <p:spPr>
          <a:xfrm>
            <a:off x="3761934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257"/>
          <p:cNvSpPr>
            <a:spLocks noGrp="1"/>
          </p:cNvSpPr>
          <p:nvPr>
            <p:ph type="pic" idx="6"/>
          </p:nvPr>
        </p:nvSpPr>
        <p:spPr>
          <a:xfrm>
            <a:off x="3665537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23" name="Google Shape;223;p257"/>
          <p:cNvSpPr txBox="1">
            <a:spLocks noGrp="1"/>
          </p:cNvSpPr>
          <p:nvPr>
            <p:ph type="body" idx="7"/>
          </p:nvPr>
        </p:nvSpPr>
        <p:spPr>
          <a:xfrm>
            <a:off x="3610341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24" name="Google Shape;224;p257"/>
          <p:cNvSpPr txBox="1">
            <a:spLocks noGrp="1"/>
          </p:cNvSpPr>
          <p:nvPr>
            <p:ph type="body" idx="8"/>
          </p:nvPr>
        </p:nvSpPr>
        <p:spPr>
          <a:xfrm>
            <a:off x="3610341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25" name="Google Shape;225;p257"/>
          <p:cNvSpPr txBox="1">
            <a:spLocks noGrp="1"/>
          </p:cNvSpPr>
          <p:nvPr>
            <p:ph type="body" idx="9"/>
          </p:nvPr>
        </p:nvSpPr>
        <p:spPr>
          <a:xfrm>
            <a:off x="3610343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26" name="Google Shape;226;p257"/>
          <p:cNvSpPr txBox="1">
            <a:spLocks noGrp="1"/>
          </p:cNvSpPr>
          <p:nvPr>
            <p:ph type="body" idx="13"/>
          </p:nvPr>
        </p:nvSpPr>
        <p:spPr>
          <a:xfrm>
            <a:off x="4362420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771B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rgbClr val="50771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cxnSp>
        <p:nvCxnSpPr>
          <p:cNvPr id="227" name="Google Shape;227;p257"/>
          <p:cNvCxnSpPr/>
          <p:nvPr/>
        </p:nvCxnSpPr>
        <p:spPr>
          <a:xfrm>
            <a:off x="6099319" y="1851379"/>
            <a:ext cx="0" cy="460799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257"/>
          <p:cNvSpPr/>
          <p:nvPr/>
        </p:nvSpPr>
        <p:spPr>
          <a:xfrm>
            <a:off x="6525956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57"/>
          <p:cNvSpPr>
            <a:spLocks noGrp="1"/>
          </p:cNvSpPr>
          <p:nvPr>
            <p:ph type="pic" idx="14"/>
          </p:nvPr>
        </p:nvSpPr>
        <p:spPr>
          <a:xfrm>
            <a:off x="6429560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0" name="Google Shape;230;p257"/>
          <p:cNvSpPr txBox="1">
            <a:spLocks noGrp="1"/>
          </p:cNvSpPr>
          <p:nvPr>
            <p:ph type="body" idx="15"/>
          </p:nvPr>
        </p:nvSpPr>
        <p:spPr>
          <a:xfrm>
            <a:off x="6374364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1" name="Google Shape;231;p257"/>
          <p:cNvSpPr txBox="1">
            <a:spLocks noGrp="1"/>
          </p:cNvSpPr>
          <p:nvPr>
            <p:ph type="body" idx="16"/>
          </p:nvPr>
        </p:nvSpPr>
        <p:spPr>
          <a:xfrm>
            <a:off x="6374364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2" name="Google Shape;232;p257"/>
          <p:cNvSpPr txBox="1">
            <a:spLocks noGrp="1"/>
          </p:cNvSpPr>
          <p:nvPr>
            <p:ph type="body" idx="17"/>
          </p:nvPr>
        </p:nvSpPr>
        <p:spPr>
          <a:xfrm>
            <a:off x="6374365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3" name="Google Shape;233;p257"/>
          <p:cNvSpPr txBox="1">
            <a:spLocks noGrp="1"/>
          </p:cNvSpPr>
          <p:nvPr>
            <p:ph type="body" idx="18"/>
          </p:nvPr>
        </p:nvSpPr>
        <p:spPr>
          <a:xfrm>
            <a:off x="7126443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chemeClr val="accent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cxnSp>
        <p:nvCxnSpPr>
          <p:cNvPr id="234" name="Google Shape;234;p257"/>
          <p:cNvCxnSpPr/>
          <p:nvPr/>
        </p:nvCxnSpPr>
        <p:spPr>
          <a:xfrm>
            <a:off x="8811788" y="1851379"/>
            <a:ext cx="0" cy="460799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35" name="Google Shape;235;p257"/>
          <p:cNvSpPr/>
          <p:nvPr/>
        </p:nvSpPr>
        <p:spPr>
          <a:xfrm>
            <a:off x="9315796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57"/>
          <p:cNvSpPr>
            <a:spLocks noGrp="1"/>
          </p:cNvSpPr>
          <p:nvPr>
            <p:ph type="pic" idx="19"/>
          </p:nvPr>
        </p:nvSpPr>
        <p:spPr>
          <a:xfrm>
            <a:off x="9219400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7" name="Google Shape;237;p257"/>
          <p:cNvSpPr txBox="1">
            <a:spLocks noGrp="1"/>
          </p:cNvSpPr>
          <p:nvPr>
            <p:ph type="body" idx="20"/>
          </p:nvPr>
        </p:nvSpPr>
        <p:spPr>
          <a:xfrm>
            <a:off x="9199956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8" name="Google Shape;238;p257"/>
          <p:cNvSpPr txBox="1">
            <a:spLocks noGrp="1"/>
          </p:cNvSpPr>
          <p:nvPr>
            <p:ph type="body" idx="21"/>
          </p:nvPr>
        </p:nvSpPr>
        <p:spPr>
          <a:xfrm>
            <a:off x="9199956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39" name="Google Shape;239;p257"/>
          <p:cNvSpPr txBox="1">
            <a:spLocks noGrp="1"/>
          </p:cNvSpPr>
          <p:nvPr>
            <p:ph type="body" idx="22"/>
          </p:nvPr>
        </p:nvSpPr>
        <p:spPr>
          <a:xfrm>
            <a:off x="9199957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40" name="Google Shape;240;p257"/>
          <p:cNvSpPr txBox="1">
            <a:spLocks noGrp="1"/>
          </p:cNvSpPr>
          <p:nvPr>
            <p:ph type="body" idx="23"/>
          </p:nvPr>
        </p:nvSpPr>
        <p:spPr>
          <a:xfrm>
            <a:off x="9952035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rgbClr val="BFBFB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41" name="Google Shape;241;p257"/>
          <p:cNvSpPr txBox="1">
            <a:spLocks noGrp="1"/>
          </p:cNvSpPr>
          <p:nvPr>
            <p:ph type="body" idx="24"/>
          </p:nvPr>
        </p:nvSpPr>
        <p:spPr>
          <a:xfrm>
            <a:off x="3329431" y="248361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42" name="Google Shape;242;p257"/>
          <p:cNvSpPr txBox="1">
            <a:spLocks noGrp="1"/>
          </p:cNvSpPr>
          <p:nvPr>
            <p:ph type="body" idx="25"/>
          </p:nvPr>
        </p:nvSpPr>
        <p:spPr>
          <a:xfrm>
            <a:off x="3329431" y="107694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5b05f015ba_0_10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25b05f015ba_0_105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g25b05f015ba_0_105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g25b05f015ba_0_105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25b05f015ba_0_105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ear">
  <p:cSld name="Clear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1">
  <p:cSld name="Graphic with title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3"/>
          <p:cNvSpPr>
            <a:spLocks noGrp="1"/>
          </p:cNvSpPr>
          <p:nvPr>
            <p:ph type="pic" idx="2"/>
          </p:nvPr>
        </p:nvSpPr>
        <p:spPr>
          <a:xfrm>
            <a:off x="0" y="219127"/>
            <a:ext cx="5398451" cy="69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0" name="Google Shape;250;p263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1" name="Google Shape;251;p263"/>
          <p:cNvSpPr txBox="1">
            <a:spLocks noGrp="1"/>
          </p:cNvSpPr>
          <p:nvPr>
            <p:ph type="body" idx="3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2">
  <p:cSld name="Graphic with title 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4"/>
          <p:cNvSpPr>
            <a:spLocks noGrp="1"/>
          </p:cNvSpPr>
          <p:nvPr>
            <p:ph type="pic" idx="2"/>
          </p:nvPr>
        </p:nvSpPr>
        <p:spPr>
          <a:xfrm>
            <a:off x="4898367" y="-706535"/>
            <a:ext cx="7418239" cy="74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4" name="Google Shape;254;p264"/>
          <p:cNvSpPr txBox="1">
            <a:spLocks noGrp="1"/>
          </p:cNvSpPr>
          <p:nvPr>
            <p:ph type="body" idx="1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5" name="Google Shape;255;p264"/>
          <p:cNvSpPr txBox="1">
            <a:spLocks noGrp="1"/>
          </p:cNvSpPr>
          <p:nvPr>
            <p:ph type="body" idx="3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3">
  <p:cSld name="Graphic with title 3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5"/>
          <p:cNvSpPr>
            <a:spLocks noGrp="1"/>
          </p:cNvSpPr>
          <p:nvPr>
            <p:ph type="pic" idx="2"/>
          </p:nvPr>
        </p:nvSpPr>
        <p:spPr>
          <a:xfrm>
            <a:off x="4775079" y="0"/>
            <a:ext cx="7418239" cy="64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8" name="Google Shape;258;p265"/>
          <p:cNvSpPr txBox="1">
            <a:spLocks noGrp="1"/>
          </p:cNvSpPr>
          <p:nvPr>
            <p:ph type="body" idx="1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9" name="Google Shape;259;p265"/>
          <p:cNvSpPr txBox="1">
            <a:spLocks noGrp="1"/>
          </p:cNvSpPr>
          <p:nvPr>
            <p:ph type="body" idx="3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with title 4">
  <p:cSld name="Graphic with title 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6"/>
          <p:cNvSpPr>
            <a:spLocks noGrp="1"/>
          </p:cNvSpPr>
          <p:nvPr>
            <p:ph type="pic" idx="2"/>
          </p:nvPr>
        </p:nvSpPr>
        <p:spPr>
          <a:xfrm>
            <a:off x="4898367" y="-461577"/>
            <a:ext cx="7418239" cy="74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62" name="Google Shape;262;p266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63" name="Google Shape;263;p266"/>
          <p:cNvSpPr txBox="1">
            <a:spLocks noGrp="1"/>
          </p:cNvSpPr>
          <p:nvPr>
            <p:ph type="body" idx="3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1">
  <p:cSld name="Concept graphic 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7"/>
          <p:cNvSpPr>
            <a:spLocks noGrp="1"/>
          </p:cNvSpPr>
          <p:nvPr>
            <p:ph type="pic" idx="2"/>
          </p:nvPr>
        </p:nvSpPr>
        <p:spPr>
          <a:xfrm>
            <a:off x="-12742" y="-819120"/>
            <a:ext cx="12169663" cy="745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2">
  <p:cSld name="Concept graphic 2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8"/>
          <p:cNvSpPr>
            <a:spLocks noGrp="1"/>
          </p:cNvSpPr>
          <p:nvPr>
            <p:ph type="pic" idx="2"/>
          </p:nvPr>
        </p:nvSpPr>
        <p:spPr>
          <a:xfrm>
            <a:off x="1" y="0"/>
            <a:ext cx="12156920" cy="662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3">
  <p:cSld name="Concept graphic 3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9"/>
          <p:cNvSpPr>
            <a:spLocks noGrp="1"/>
          </p:cNvSpPr>
          <p:nvPr>
            <p:ph type="pic" idx="2"/>
          </p:nvPr>
        </p:nvSpPr>
        <p:spPr>
          <a:xfrm>
            <a:off x="5" y="2"/>
            <a:ext cx="12156919" cy="4719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4">
  <p:cSld name="Concept graphic 4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0"/>
          <p:cNvSpPr>
            <a:spLocks noGrp="1"/>
          </p:cNvSpPr>
          <p:nvPr>
            <p:ph type="pic" idx="2"/>
          </p:nvPr>
        </p:nvSpPr>
        <p:spPr>
          <a:xfrm>
            <a:off x="-13635" y="-5335"/>
            <a:ext cx="12471072" cy="602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graphic 5">
  <p:cSld name="Concept graphic 5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1"/>
          <p:cNvSpPr>
            <a:spLocks noGrp="1"/>
          </p:cNvSpPr>
          <p:nvPr>
            <p:ph type="pic" idx="2"/>
          </p:nvPr>
        </p:nvSpPr>
        <p:spPr>
          <a:xfrm>
            <a:off x="1" y="494108"/>
            <a:ext cx="12448915" cy="578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dle title ">
  <p:cSld name="Midle title 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2"/>
          <p:cNvSpPr txBox="1">
            <a:spLocks noGrp="1"/>
          </p:cNvSpPr>
          <p:nvPr>
            <p:ph type="body" idx="1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76" name="Google Shape;276;p272"/>
          <p:cNvSpPr txBox="1">
            <a:spLocks noGrp="1"/>
          </p:cNvSpPr>
          <p:nvPr>
            <p:ph type="body" idx="2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left title">
  <p:cSld name="Top left title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3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79" name="Google Shape;279;p273"/>
          <p:cNvSpPr txBox="1">
            <a:spLocks noGrp="1"/>
          </p:cNvSpPr>
          <p:nvPr>
            <p:ph type="body" idx="2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center title">
  <p:cSld name="Top center title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4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82" name="Google Shape;282;p274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op center title">
  <p:cSld name="13_Top center title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5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85" name="Google Shape;285;p275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pic>
        <p:nvPicPr>
          <p:cNvPr id="286" name="Google Shape;286;p275" descr="New Macbook Silv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4417" y="2628432"/>
            <a:ext cx="5960632" cy="34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5"/>
          <p:cNvSpPr>
            <a:spLocks noGrp="1"/>
          </p:cNvSpPr>
          <p:nvPr>
            <p:ph type="pic" idx="3"/>
          </p:nvPr>
        </p:nvSpPr>
        <p:spPr>
          <a:xfrm>
            <a:off x="1309666" y="2882745"/>
            <a:ext cx="4548553" cy="2872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p left title">
  <p:cSld name="1_Top left title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6"/>
          <p:cNvSpPr txBox="1">
            <a:spLocks noGrp="1"/>
          </p:cNvSpPr>
          <p:nvPr>
            <p:ph type="body" idx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90" name="Google Shape;290;p276"/>
          <p:cNvSpPr txBox="1">
            <a:spLocks noGrp="1"/>
          </p:cNvSpPr>
          <p:nvPr>
            <p:ph type="body" idx="2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grpSp>
        <p:nvGrpSpPr>
          <p:cNvPr id="291" name="Google Shape;291;p276"/>
          <p:cNvGrpSpPr/>
          <p:nvPr/>
        </p:nvGrpSpPr>
        <p:grpSpPr>
          <a:xfrm>
            <a:off x="6907316" y="497273"/>
            <a:ext cx="4008056" cy="5937596"/>
            <a:chOff x="0" y="0"/>
            <a:chExt cx="6591304" cy="9765730"/>
          </a:xfrm>
        </p:grpSpPr>
        <p:pic>
          <p:nvPicPr>
            <p:cNvPr id="292" name="Google Shape;292;p27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0" y="0"/>
              <a:ext cx="6591304" cy="9765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76"/>
            <p:cNvSpPr/>
            <p:nvPr/>
          </p:nvSpPr>
          <p:spPr>
            <a:xfrm>
              <a:off x="363079" y="954047"/>
              <a:ext cx="5879097" cy="7806214"/>
            </a:xfrm>
            <a:prstGeom prst="rect">
              <a:avLst/>
            </a:prstGeom>
            <a:solidFill>
              <a:srgbClr val="606060"/>
            </a:solidFill>
            <a:ln w="25400" cap="flat" cmpd="sng">
              <a:solidFill>
                <a:srgbClr val="000000">
                  <a:alpha val="0"/>
                </a:srgbClr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33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94" name="Google Shape;294;p276"/>
          <p:cNvSpPr>
            <a:spLocks noGrp="1"/>
          </p:cNvSpPr>
          <p:nvPr>
            <p:ph type="pic" idx="3"/>
          </p:nvPr>
        </p:nvSpPr>
        <p:spPr>
          <a:xfrm>
            <a:off x="7128099" y="1077337"/>
            <a:ext cx="3574976" cy="474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op center title">
  <p:cSld name="12_Top center title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7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97" name="Google Shape;297;p277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98" name="Google Shape;298;p277"/>
          <p:cNvSpPr>
            <a:spLocks noGrp="1"/>
          </p:cNvSpPr>
          <p:nvPr>
            <p:ph type="pic" idx="3"/>
          </p:nvPr>
        </p:nvSpPr>
        <p:spPr>
          <a:xfrm>
            <a:off x="6256285" y="2409093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op center title">
  <p:cSld name="14_Top center title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8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1" name="Google Shape;301;p278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2" name="Google Shape;302;p278"/>
          <p:cNvSpPr>
            <a:spLocks noGrp="1"/>
          </p:cNvSpPr>
          <p:nvPr>
            <p:ph type="pic" idx="3"/>
          </p:nvPr>
        </p:nvSpPr>
        <p:spPr>
          <a:xfrm>
            <a:off x="722679" y="2409093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op center title">
  <p:cSld name="5_Top center title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9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5" name="Google Shape;305;p279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6" name="Google Shape;306;p279"/>
          <p:cNvSpPr>
            <a:spLocks noGrp="1"/>
          </p:cNvSpPr>
          <p:nvPr>
            <p:ph type="pic" idx="3"/>
          </p:nvPr>
        </p:nvSpPr>
        <p:spPr>
          <a:xfrm>
            <a:off x="0" y="1875696"/>
            <a:ext cx="12192000" cy="498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op center title">
  <p:cSld name="6_Top center title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0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9" name="Google Shape;309;p280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0" name="Google Shape;310;p280"/>
          <p:cNvSpPr>
            <a:spLocks noGrp="1"/>
          </p:cNvSpPr>
          <p:nvPr>
            <p:ph type="pic" idx="3"/>
          </p:nvPr>
        </p:nvSpPr>
        <p:spPr>
          <a:xfrm>
            <a:off x="0" y="1875695"/>
            <a:ext cx="12192000" cy="293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op center title">
  <p:cSld name="4_Top center titl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1"/>
          <p:cNvSpPr txBox="1">
            <a:spLocks noGrp="1"/>
          </p:cNvSpPr>
          <p:nvPr>
            <p:ph type="body" idx="1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3" name="Google Shape;313;p281"/>
          <p:cNvSpPr txBox="1">
            <a:spLocks noGrp="1"/>
          </p:cNvSpPr>
          <p:nvPr>
            <p:ph type="body" idx="2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4" name="Google Shape;314;p281"/>
          <p:cNvSpPr>
            <a:spLocks noGrp="1"/>
          </p:cNvSpPr>
          <p:nvPr>
            <p:ph type="pic" idx="3"/>
          </p:nvPr>
        </p:nvSpPr>
        <p:spPr>
          <a:xfrm>
            <a:off x="624417" y="1685045"/>
            <a:ext cx="3475892" cy="34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5" name="Google Shape;315;p281"/>
          <p:cNvSpPr>
            <a:spLocks noGrp="1"/>
          </p:cNvSpPr>
          <p:nvPr>
            <p:ph type="pic" idx="4"/>
          </p:nvPr>
        </p:nvSpPr>
        <p:spPr>
          <a:xfrm>
            <a:off x="4358054" y="1685045"/>
            <a:ext cx="3475892" cy="34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6" name="Google Shape;316;p281"/>
          <p:cNvSpPr>
            <a:spLocks noGrp="1"/>
          </p:cNvSpPr>
          <p:nvPr>
            <p:ph type="pic" idx="5"/>
          </p:nvPr>
        </p:nvSpPr>
        <p:spPr>
          <a:xfrm>
            <a:off x="8091691" y="1685045"/>
            <a:ext cx="3475892" cy="34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op center title">
  <p:cSld name="11_Top center title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2"/>
          <p:cNvSpPr txBox="1">
            <a:spLocks noGrp="1"/>
          </p:cNvSpPr>
          <p:nvPr>
            <p:ph type="body" idx="1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9" name="Google Shape;319;p282"/>
          <p:cNvSpPr txBox="1">
            <a:spLocks noGrp="1"/>
          </p:cNvSpPr>
          <p:nvPr>
            <p:ph type="body" idx="2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0" name="Google Shape;320;p282"/>
          <p:cNvSpPr>
            <a:spLocks noGrp="1"/>
          </p:cNvSpPr>
          <p:nvPr>
            <p:ph type="pic" idx="3"/>
          </p:nvPr>
        </p:nvSpPr>
        <p:spPr>
          <a:xfrm>
            <a:off x="624420" y="1705708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1" name="Google Shape;321;p282"/>
          <p:cNvSpPr>
            <a:spLocks noGrp="1"/>
          </p:cNvSpPr>
          <p:nvPr>
            <p:ph type="pic" idx="4"/>
          </p:nvPr>
        </p:nvSpPr>
        <p:spPr>
          <a:xfrm>
            <a:off x="6318741" y="1705708"/>
            <a:ext cx="5248843" cy="33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op center title">
  <p:cSld name="10_Top center title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3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4" name="Google Shape;324;p283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5" name="Google Shape;325;p283"/>
          <p:cNvSpPr>
            <a:spLocks noGrp="1"/>
          </p:cNvSpPr>
          <p:nvPr>
            <p:ph type="pic" idx="3"/>
          </p:nvPr>
        </p:nvSpPr>
        <p:spPr>
          <a:xfrm>
            <a:off x="1160588" y="2262559"/>
            <a:ext cx="2614243" cy="26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6" name="Google Shape;326;p283"/>
          <p:cNvSpPr>
            <a:spLocks noGrp="1"/>
          </p:cNvSpPr>
          <p:nvPr>
            <p:ph type="pic" idx="4"/>
          </p:nvPr>
        </p:nvSpPr>
        <p:spPr>
          <a:xfrm>
            <a:off x="4788879" y="2262559"/>
            <a:ext cx="2614243" cy="26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7" name="Google Shape;327;p283"/>
          <p:cNvSpPr>
            <a:spLocks noGrp="1"/>
          </p:cNvSpPr>
          <p:nvPr>
            <p:ph type="pic" idx="5"/>
          </p:nvPr>
        </p:nvSpPr>
        <p:spPr>
          <a:xfrm>
            <a:off x="8305797" y="2262559"/>
            <a:ext cx="2614243" cy="26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op center title">
  <p:cSld name="7_Top center title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4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0" name="Google Shape;330;p284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1" name="Google Shape;331;p284"/>
          <p:cNvSpPr>
            <a:spLocks noGrp="1"/>
          </p:cNvSpPr>
          <p:nvPr>
            <p:ph type="pic" idx="3"/>
          </p:nvPr>
        </p:nvSpPr>
        <p:spPr>
          <a:xfrm>
            <a:off x="624418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2" name="Google Shape;332;p284"/>
          <p:cNvSpPr>
            <a:spLocks noGrp="1"/>
          </p:cNvSpPr>
          <p:nvPr>
            <p:ph type="pic" idx="4"/>
          </p:nvPr>
        </p:nvSpPr>
        <p:spPr>
          <a:xfrm>
            <a:off x="3490708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3" name="Google Shape;333;p284"/>
          <p:cNvSpPr>
            <a:spLocks noGrp="1"/>
          </p:cNvSpPr>
          <p:nvPr>
            <p:ph type="pic" idx="5"/>
          </p:nvPr>
        </p:nvSpPr>
        <p:spPr>
          <a:xfrm>
            <a:off x="6356999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4" name="Google Shape;334;p284"/>
          <p:cNvSpPr>
            <a:spLocks noGrp="1"/>
          </p:cNvSpPr>
          <p:nvPr>
            <p:ph type="pic" idx="6"/>
          </p:nvPr>
        </p:nvSpPr>
        <p:spPr>
          <a:xfrm>
            <a:off x="9222971" y="2133604"/>
            <a:ext cx="2344613" cy="234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op center title">
  <p:cSld name="8_Top center title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5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7" name="Google Shape;337;p285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8" name="Google Shape;338;p285"/>
          <p:cNvSpPr>
            <a:spLocks noGrp="1"/>
          </p:cNvSpPr>
          <p:nvPr>
            <p:ph type="pic" idx="3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9" name="Google Shape;339;p285"/>
          <p:cNvSpPr>
            <a:spLocks noGrp="1"/>
          </p:cNvSpPr>
          <p:nvPr>
            <p:ph type="pic" idx="4"/>
          </p:nvPr>
        </p:nvSpPr>
        <p:spPr>
          <a:xfrm>
            <a:off x="2869443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0" name="Google Shape;340;p285"/>
          <p:cNvSpPr>
            <a:spLocks noGrp="1"/>
          </p:cNvSpPr>
          <p:nvPr>
            <p:ph type="pic" idx="5"/>
          </p:nvPr>
        </p:nvSpPr>
        <p:spPr>
          <a:xfrm>
            <a:off x="5114470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1" name="Google Shape;341;p285"/>
          <p:cNvSpPr>
            <a:spLocks noGrp="1"/>
          </p:cNvSpPr>
          <p:nvPr>
            <p:ph type="pic" idx="6"/>
          </p:nvPr>
        </p:nvSpPr>
        <p:spPr>
          <a:xfrm>
            <a:off x="7359497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2" name="Google Shape;342;p285"/>
          <p:cNvSpPr>
            <a:spLocks noGrp="1"/>
          </p:cNvSpPr>
          <p:nvPr>
            <p:ph type="pic" idx="7"/>
          </p:nvPr>
        </p:nvSpPr>
        <p:spPr>
          <a:xfrm>
            <a:off x="9604523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op center title">
  <p:cSld name="9_Top center title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6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5" name="Google Shape;345;p286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6" name="Google Shape;346;p286"/>
          <p:cNvSpPr>
            <a:spLocks noGrp="1"/>
          </p:cNvSpPr>
          <p:nvPr>
            <p:ph type="pic" idx="3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7" name="Google Shape;347;p286"/>
          <p:cNvSpPr>
            <a:spLocks noGrp="1"/>
          </p:cNvSpPr>
          <p:nvPr>
            <p:ph type="pic" idx="4"/>
          </p:nvPr>
        </p:nvSpPr>
        <p:spPr>
          <a:xfrm>
            <a:off x="624418" y="4290653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8" name="Google Shape;348;p286"/>
          <p:cNvSpPr>
            <a:spLocks noGrp="1"/>
          </p:cNvSpPr>
          <p:nvPr>
            <p:ph type="pic" idx="5"/>
          </p:nvPr>
        </p:nvSpPr>
        <p:spPr>
          <a:xfrm>
            <a:off x="6096001" y="2074991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49" name="Google Shape;349;p286"/>
          <p:cNvSpPr>
            <a:spLocks noGrp="1"/>
          </p:cNvSpPr>
          <p:nvPr>
            <p:ph type="pic" idx="6"/>
          </p:nvPr>
        </p:nvSpPr>
        <p:spPr>
          <a:xfrm>
            <a:off x="6096001" y="4290653"/>
            <a:ext cx="1981196" cy="198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op center title">
  <p:cSld name="2_Top center title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7"/>
          <p:cNvSpPr txBox="1">
            <a:spLocks noGrp="1"/>
          </p:cNvSpPr>
          <p:nvPr>
            <p:ph type="body" idx="1"/>
          </p:nvPr>
        </p:nvSpPr>
        <p:spPr>
          <a:xfrm>
            <a:off x="3329431" y="84920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52" name="Google Shape;352;p287"/>
          <p:cNvSpPr txBox="1">
            <a:spLocks noGrp="1"/>
          </p:cNvSpPr>
          <p:nvPr>
            <p:ph type="body" idx="2"/>
          </p:nvPr>
        </p:nvSpPr>
        <p:spPr>
          <a:xfrm>
            <a:off x="3329431" y="1677787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53" name="Google Shape;353;p287"/>
          <p:cNvSpPr txBox="1">
            <a:spLocks noGrp="1"/>
          </p:cNvSpPr>
          <p:nvPr>
            <p:ph type="body" idx="3"/>
          </p:nvPr>
        </p:nvSpPr>
        <p:spPr>
          <a:xfrm>
            <a:off x="103335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54" name="Google Shape;354;p287"/>
          <p:cNvSpPr/>
          <p:nvPr/>
        </p:nvSpPr>
        <p:spPr>
          <a:xfrm flipH="1">
            <a:off x="682508" y="5595943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55" name="Google Shape;355;p287"/>
          <p:cNvSpPr txBox="1">
            <a:spLocks noGrp="1"/>
          </p:cNvSpPr>
          <p:nvPr>
            <p:ph type="body" idx="4"/>
          </p:nvPr>
        </p:nvSpPr>
        <p:spPr>
          <a:xfrm>
            <a:off x="103335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56" name="Google Shape;356;p287"/>
          <p:cNvSpPr/>
          <p:nvPr/>
        </p:nvSpPr>
        <p:spPr>
          <a:xfrm flipH="1">
            <a:off x="682508" y="6002343"/>
            <a:ext cx="240000" cy="2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57" name="Google Shape;357;p287"/>
          <p:cNvSpPr txBox="1">
            <a:spLocks noGrp="1"/>
          </p:cNvSpPr>
          <p:nvPr>
            <p:ph type="body" idx="5"/>
          </p:nvPr>
        </p:nvSpPr>
        <p:spPr>
          <a:xfrm>
            <a:off x="3806016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58" name="Google Shape;358;p287"/>
          <p:cNvSpPr/>
          <p:nvPr/>
        </p:nvSpPr>
        <p:spPr>
          <a:xfrm flipH="1">
            <a:off x="3455169" y="5595943"/>
            <a:ext cx="240000" cy="2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59" name="Google Shape;359;p287"/>
          <p:cNvSpPr txBox="1">
            <a:spLocks noGrp="1"/>
          </p:cNvSpPr>
          <p:nvPr>
            <p:ph type="body" idx="6"/>
          </p:nvPr>
        </p:nvSpPr>
        <p:spPr>
          <a:xfrm>
            <a:off x="3806016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60" name="Google Shape;360;p287"/>
          <p:cNvSpPr/>
          <p:nvPr/>
        </p:nvSpPr>
        <p:spPr>
          <a:xfrm flipH="1">
            <a:off x="3455169" y="6002343"/>
            <a:ext cx="240000" cy="2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61" name="Google Shape;361;p287"/>
          <p:cNvSpPr txBox="1">
            <a:spLocks noGrp="1"/>
          </p:cNvSpPr>
          <p:nvPr>
            <p:ph type="body" idx="7"/>
          </p:nvPr>
        </p:nvSpPr>
        <p:spPr>
          <a:xfrm>
            <a:off x="6494011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62" name="Google Shape;362;p287"/>
          <p:cNvSpPr/>
          <p:nvPr/>
        </p:nvSpPr>
        <p:spPr>
          <a:xfrm flipH="1">
            <a:off x="6143164" y="5595943"/>
            <a:ext cx="240000" cy="24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63" name="Google Shape;363;p287"/>
          <p:cNvSpPr txBox="1">
            <a:spLocks noGrp="1"/>
          </p:cNvSpPr>
          <p:nvPr>
            <p:ph type="body" idx="8"/>
          </p:nvPr>
        </p:nvSpPr>
        <p:spPr>
          <a:xfrm>
            <a:off x="6494011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64" name="Google Shape;364;p287"/>
          <p:cNvSpPr/>
          <p:nvPr/>
        </p:nvSpPr>
        <p:spPr>
          <a:xfrm flipH="1">
            <a:off x="6143164" y="6002343"/>
            <a:ext cx="240000" cy="240000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65" name="Google Shape;365;p287"/>
          <p:cNvSpPr txBox="1">
            <a:spLocks noGrp="1"/>
          </p:cNvSpPr>
          <p:nvPr>
            <p:ph type="body" idx="9"/>
          </p:nvPr>
        </p:nvSpPr>
        <p:spPr>
          <a:xfrm>
            <a:off x="918200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66" name="Google Shape;366;p287"/>
          <p:cNvSpPr/>
          <p:nvPr/>
        </p:nvSpPr>
        <p:spPr>
          <a:xfrm flipH="1">
            <a:off x="8831159" y="5595943"/>
            <a:ext cx="240000" cy="240000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67" name="Google Shape;367;p287"/>
          <p:cNvSpPr txBox="1">
            <a:spLocks noGrp="1"/>
          </p:cNvSpPr>
          <p:nvPr>
            <p:ph type="body" idx="13"/>
          </p:nvPr>
        </p:nvSpPr>
        <p:spPr>
          <a:xfrm>
            <a:off x="918200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68" name="Google Shape;368;p287"/>
          <p:cNvSpPr/>
          <p:nvPr/>
        </p:nvSpPr>
        <p:spPr>
          <a:xfrm flipH="1">
            <a:off x="8831159" y="6002343"/>
            <a:ext cx="240000" cy="240000"/>
          </a:xfrm>
          <a:prstGeom prst="ellipse">
            <a:avLst/>
          </a:prstGeom>
          <a:solidFill>
            <a:srgbClr val="1442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5" b="1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op center title">
  <p:cSld name="3_Top center title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8"/>
          <p:cNvSpPr txBox="1">
            <a:spLocks noGrp="1"/>
          </p:cNvSpPr>
          <p:nvPr>
            <p:ph type="body" idx="1"/>
          </p:nvPr>
        </p:nvSpPr>
        <p:spPr>
          <a:xfrm>
            <a:off x="3329431" y="19561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1" name="Google Shape;371;p288"/>
          <p:cNvSpPr txBox="1">
            <a:spLocks noGrp="1"/>
          </p:cNvSpPr>
          <p:nvPr>
            <p:ph type="body" idx="2"/>
          </p:nvPr>
        </p:nvSpPr>
        <p:spPr>
          <a:xfrm>
            <a:off x="3329431" y="102419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2" name="Google Shape;372;p288"/>
          <p:cNvSpPr/>
          <p:nvPr/>
        </p:nvSpPr>
        <p:spPr>
          <a:xfrm>
            <a:off x="1050232" y="1656563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3" name="Google Shape;373;p288"/>
          <p:cNvSpPr/>
          <p:nvPr/>
        </p:nvSpPr>
        <p:spPr>
          <a:xfrm>
            <a:off x="710333" y="2347948"/>
            <a:ext cx="749283" cy="749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4" name="Google Shape;374;p288"/>
          <p:cNvSpPr txBox="1">
            <a:spLocks noGrp="1"/>
          </p:cNvSpPr>
          <p:nvPr>
            <p:ph type="body" idx="3"/>
          </p:nvPr>
        </p:nvSpPr>
        <p:spPr>
          <a:xfrm>
            <a:off x="732028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5" name="Google Shape;375;p288"/>
          <p:cNvSpPr>
            <a:spLocks noGrp="1"/>
          </p:cNvSpPr>
          <p:nvPr>
            <p:ph type="pic" idx="4"/>
          </p:nvPr>
        </p:nvSpPr>
        <p:spPr>
          <a:xfrm>
            <a:off x="1308070" y="1814003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6" name="Google Shape;376;p288"/>
          <p:cNvSpPr/>
          <p:nvPr/>
        </p:nvSpPr>
        <p:spPr>
          <a:xfrm>
            <a:off x="6492164" y="1656563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3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7" name="Google Shape;377;p288"/>
          <p:cNvSpPr/>
          <p:nvPr/>
        </p:nvSpPr>
        <p:spPr>
          <a:xfrm>
            <a:off x="6152265" y="2347948"/>
            <a:ext cx="749283" cy="7492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8" name="Google Shape;378;p288"/>
          <p:cNvSpPr txBox="1">
            <a:spLocks noGrp="1"/>
          </p:cNvSpPr>
          <p:nvPr>
            <p:ph type="body" idx="5"/>
          </p:nvPr>
        </p:nvSpPr>
        <p:spPr>
          <a:xfrm>
            <a:off x="6173960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9" name="Google Shape;379;p288"/>
          <p:cNvSpPr>
            <a:spLocks noGrp="1"/>
          </p:cNvSpPr>
          <p:nvPr>
            <p:ph type="pic" idx="6"/>
          </p:nvPr>
        </p:nvSpPr>
        <p:spPr>
          <a:xfrm>
            <a:off x="6750002" y="1814003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0" name="Google Shape;380;p288"/>
          <p:cNvSpPr/>
          <p:nvPr/>
        </p:nvSpPr>
        <p:spPr>
          <a:xfrm>
            <a:off x="1050232" y="4182244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4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1" name="Google Shape;381;p288"/>
          <p:cNvSpPr/>
          <p:nvPr/>
        </p:nvSpPr>
        <p:spPr>
          <a:xfrm>
            <a:off x="710333" y="4873630"/>
            <a:ext cx="749283" cy="7492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2" name="Google Shape;382;p288"/>
          <p:cNvSpPr txBox="1">
            <a:spLocks noGrp="1"/>
          </p:cNvSpPr>
          <p:nvPr>
            <p:ph type="body" idx="7"/>
          </p:nvPr>
        </p:nvSpPr>
        <p:spPr>
          <a:xfrm>
            <a:off x="732028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3" name="Google Shape;383;p288"/>
          <p:cNvSpPr>
            <a:spLocks noGrp="1"/>
          </p:cNvSpPr>
          <p:nvPr>
            <p:ph type="pic" idx="8"/>
          </p:nvPr>
        </p:nvSpPr>
        <p:spPr>
          <a:xfrm>
            <a:off x="1308070" y="4339684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4" name="Google Shape;384;p288"/>
          <p:cNvSpPr/>
          <p:nvPr/>
        </p:nvSpPr>
        <p:spPr>
          <a:xfrm>
            <a:off x="6492164" y="4182244"/>
            <a:ext cx="2112000" cy="2111997"/>
          </a:xfrm>
          <a:prstGeom prst="arc">
            <a:avLst>
              <a:gd name="adj1" fmla="val 11622373"/>
              <a:gd name="adj2" fmla="val 10303517"/>
            </a:avLst>
          </a:prstGeom>
          <a:noFill/>
          <a:ln w="127000" cap="sq" cmpd="sng">
            <a:solidFill>
              <a:schemeClr val="accent5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5" name="Google Shape;385;p288"/>
          <p:cNvSpPr/>
          <p:nvPr/>
        </p:nvSpPr>
        <p:spPr>
          <a:xfrm>
            <a:off x="6152265" y="4873630"/>
            <a:ext cx="749283" cy="7492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6" name="Google Shape;386;p288"/>
          <p:cNvSpPr txBox="1">
            <a:spLocks noGrp="1"/>
          </p:cNvSpPr>
          <p:nvPr>
            <p:ph type="body" idx="9"/>
          </p:nvPr>
        </p:nvSpPr>
        <p:spPr>
          <a:xfrm>
            <a:off x="6173960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7" name="Google Shape;387;p288"/>
          <p:cNvSpPr>
            <a:spLocks noGrp="1"/>
          </p:cNvSpPr>
          <p:nvPr>
            <p:ph type="pic" idx="13"/>
          </p:nvPr>
        </p:nvSpPr>
        <p:spPr>
          <a:xfrm>
            <a:off x="6750002" y="4339684"/>
            <a:ext cx="1692180" cy="177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top title">
  <p:cSld name="Right top title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9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0" name="Google Shape;390;p289"/>
          <p:cNvSpPr txBox="1">
            <a:spLocks noGrp="1"/>
          </p:cNvSpPr>
          <p:nvPr>
            <p:ph type="body" idx="2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eghts">
  <p:cSld name="Streghts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0"/>
          <p:cNvSpPr>
            <a:spLocks noGrp="1"/>
          </p:cNvSpPr>
          <p:nvPr>
            <p:ph type="pic" idx="2"/>
          </p:nvPr>
        </p:nvSpPr>
        <p:spPr>
          <a:xfrm>
            <a:off x="1348366" y="989762"/>
            <a:ext cx="3433996" cy="4740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3" name="Google Shape;393;p290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4" name="Google Shape;394;p290"/>
          <p:cNvSpPr txBox="1">
            <a:spLocks noGrp="1"/>
          </p:cNvSpPr>
          <p:nvPr>
            <p:ph type="body" idx="3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acknesses">
  <p:cSld name="Weacknesse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1"/>
          <p:cNvSpPr>
            <a:spLocks noGrp="1"/>
          </p:cNvSpPr>
          <p:nvPr>
            <p:ph type="pic" idx="2"/>
          </p:nvPr>
        </p:nvSpPr>
        <p:spPr>
          <a:xfrm>
            <a:off x="6202129" y="989762"/>
            <a:ext cx="5259327" cy="489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7" name="Google Shape;397;p291"/>
          <p:cNvSpPr txBox="1">
            <a:spLocks noGrp="1"/>
          </p:cNvSpPr>
          <p:nvPr>
            <p:ph type="body" idx="1"/>
          </p:nvPr>
        </p:nvSpPr>
        <p:spPr>
          <a:xfrm>
            <a:off x="624416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8" name="Google Shape;398;p291"/>
          <p:cNvSpPr txBox="1">
            <a:spLocks noGrp="1"/>
          </p:cNvSpPr>
          <p:nvPr>
            <p:ph type="body" idx="3"/>
          </p:nvPr>
        </p:nvSpPr>
        <p:spPr>
          <a:xfrm>
            <a:off x="624416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ortunities">
  <p:cSld name="Oportunities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2"/>
          <p:cNvSpPr>
            <a:spLocks noGrp="1"/>
          </p:cNvSpPr>
          <p:nvPr>
            <p:ph type="pic" idx="2"/>
          </p:nvPr>
        </p:nvSpPr>
        <p:spPr>
          <a:xfrm>
            <a:off x="1066285" y="959478"/>
            <a:ext cx="4276177" cy="5307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01" name="Google Shape;401;p292"/>
          <p:cNvSpPr txBox="1">
            <a:spLocks noGrp="1"/>
          </p:cNvSpPr>
          <p:nvPr>
            <p:ph type="body" idx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02" name="Google Shape;402;p292"/>
          <p:cNvSpPr txBox="1">
            <a:spLocks noGrp="1"/>
          </p:cNvSpPr>
          <p:nvPr>
            <p:ph type="body" idx="3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ats">
  <p:cSld name="Threats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3"/>
          <p:cNvSpPr>
            <a:spLocks noGrp="1"/>
          </p:cNvSpPr>
          <p:nvPr>
            <p:ph type="pic" idx="2"/>
          </p:nvPr>
        </p:nvSpPr>
        <p:spPr>
          <a:xfrm>
            <a:off x="7040660" y="973997"/>
            <a:ext cx="3582264" cy="563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05" name="Google Shape;405;p293"/>
          <p:cNvSpPr txBox="1">
            <a:spLocks noGrp="1"/>
          </p:cNvSpPr>
          <p:nvPr>
            <p:ph type="body" idx="1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06" name="Google Shape;406;p293"/>
          <p:cNvSpPr txBox="1">
            <a:spLocks noGrp="1"/>
          </p:cNvSpPr>
          <p:nvPr>
            <p:ph type="body" idx="3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p center title">
  <p:cSld name="1_Top center title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4"/>
          <p:cNvSpPr txBox="1">
            <a:spLocks noGrp="1"/>
          </p:cNvSpPr>
          <p:nvPr>
            <p:ph type="body" idx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09" name="Google Shape;409;p294"/>
          <p:cNvSpPr txBox="1">
            <a:spLocks noGrp="1"/>
          </p:cNvSpPr>
          <p:nvPr>
            <p:ph type="body" idx="2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10" name="Google Shape;410;p294"/>
          <p:cNvSpPr/>
          <p:nvPr/>
        </p:nvSpPr>
        <p:spPr>
          <a:xfrm>
            <a:off x="996833" y="2023904"/>
            <a:ext cx="2880004" cy="2880000"/>
          </a:xfrm>
          <a:prstGeom prst="ellipse">
            <a:avLst/>
          </a:prstGeom>
          <a:noFill/>
          <a:ln w="3810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1" name="Google Shape;411;p294"/>
          <p:cNvSpPr/>
          <p:nvPr/>
        </p:nvSpPr>
        <p:spPr>
          <a:xfrm>
            <a:off x="4654431" y="2023904"/>
            <a:ext cx="2880004" cy="2880000"/>
          </a:xfrm>
          <a:prstGeom prst="ellipse">
            <a:avLst/>
          </a:prstGeom>
          <a:noFill/>
          <a:ln w="381000" cap="rnd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2" name="Google Shape;412;p294"/>
          <p:cNvSpPr/>
          <p:nvPr/>
        </p:nvSpPr>
        <p:spPr>
          <a:xfrm>
            <a:off x="8334609" y="2023904"/>
            <a:ext cx="2880004" cy="2880000"/>
          </a:xfrm>
          <a:prstGeom prst="ellipse">
            <a:avLst/>
          </a:prstGeom>
          <a:noFill/>
          <a:ln w="381000" cap="rnd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3" name="Google Shape;413;p294"/>
          <p:cNvSpPr/>
          <p:nvPr/>
        </p:nvSpPr>
        <p:spPr>
          <a:xfrm>
            <a:off x="3873618" y="3114585"/>
            <a:ext cx="816001" cy="815999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4" name="Google Shape;414;p294"/>
          <p:cNvSpPr/>
          <p:nvPr/>
        </p:nvSpPr>
        <p:spPr>
          <a:xfrm>
            <a:off x="7514986" y="3114585"/>
            <a:ext cx="816001" cy="815999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5" name="Google Shape;415;p294"/>
          <p:cNvSpPr>
            <a:spLocks noGrp="1"/>
          </p:cNvSpPr>
          <p:nvPr>
            <p:ph type="pic" idx="3"/>
          </p:nvPr>
        </p:nvSpPr>
        <p:spPr>
          <a:xfrm>
            <a:off x="874187" y="1912129"/>
            <a:ext cx="3072984" cy="3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16" name="Google Shape;416;p294"/>
          <p:cNvSpPr>
            <a:spLocks noGrp="1"/>
          </p:cNvSpPr>
          <p:nvPr>
            <p:ph type="pic" idx="4"/>
          </p:nvPr>
        </p:nvSpPr>
        <p:spPr>
          <a:xfrm>
            <a:off x="4585804" y="1912129"/>
            <a:ext cx="3016120" cy="3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17" name="Google Shape;417;p294"/>
          <p:cNvSpPr>
            <a:spLocks noGrp="1"/>
          </p:cNvSpPr>
          <p:nvPr>
            <p:ph type="pic" idx="5"/>
          </p:nvPr>
        </p:nvSpPr>
        <p:spPr>
          <a:xfrm>
            <a:off x="8254103" y="1912129"/>
            <a:ext cx="3071508" cy="3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18" name="Google Shape;418;p294"/>
          <p:cNvSpPr txBox="1">
            <a:spLocks noGrp="1"/>
          </p:cNvSpPr>
          <p:nvPr>
            <p:ph type="body" idx="6"/>
          </p:nvPr>
        </p:nvSpPr>
        <p:spPr>
          <a:xfrm>
            <a:off x="3947171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19" name="Google Shape;419;p294"/>
          <p:cNvSpPr txBox="1">
            <a:spLocks noGrp="1"/>
          </p:cNvSpPr>
          <p:nvPr>
            <p:ph type="body" idx="7"/>
          </p:nvPr>
        </p:nvSpPr>
        <p:spPr>
          <a:xfrm>
            <a:off x="7572830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 panose="020B0604020202020204"/>
              <a:buNone/>
              <a:defRPr sz="2665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5"/>
          <p:cNvSpPr/>
          <p:nvPr/>
        </p:nvSpPr>
        <p:spPr>
          <a:xfrm>
            <a:off x="954808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2" name="Google Shape;422;p295"/>
          <p:cNvSpPr>
            <a:spLocks noGrp="1"/>
          </p:cNvSpPr>
          <p:nvPr>
            <p:ph type="pic" idx="2"/>
          </p:nvPr>
        </p:nvSpPr>
        <p:spPr>
          <a:xfrm>
            <a:off x="858412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23" name="Google Shape;423;p295"/>
          <p:cNvSpPr txBox="1">
            <a:spLocks noGrp="1"/>
          </p:cNvSpPr>
          <p:nvPr>
            <p:ph type="body" idx="1"/>
          </p:nvPr>
        </p:nvSpPr>
        <p:spPr>
          <a:xfrm>
            <a:off x="858649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24" name="Google Shape;424;p295"/>
          <p:cNvSpPr txBox="1">
            <a:spLocks noGrp="1"/>
          </p:cNvSpPr>
          <p:nvPr>
            <p:ph type="body" idx="3"/>
          </p:nvPr>
        </p:nvSpPr>
        <p:spPr>
          <a:xfrm>
            <a:off x="858649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25" name="Google Shape;425;p295"/>
          <p:cNvSpPr txBox="1">
            <a:spLocks noGrp="1"/>
          </p:cNvSpPr>
          <p:nvPr>
            <p:ph type="body" idx="4"/>
          </p:nvPr>
        </p:nvSpPr>
        <p:spPr>
          <a:xfrm>
            <a:off x="858651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26" name="Google Shape;426;p295"/>
          <p:cNvSpPr txBox="1">
            <a:spLocks noGrp="1"/>
          </p:cNvSpPr>
          <p:nvPr>
            <p:ph type="body" idx="5"/>
          </p:nvPr>
        </p:nvSpPr>
        <p:spPr>
          <a:xfrm>
            <a:off x="1610728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cxnSp>
        <p:nvCxnSpPr>
          <p:cNvPr id="427" name="Google Shape;427;p295"/>
          <p:cNvCxnSpPr/>
          <p:nvPr/>
        </p:nvCxnSpPr>
        <p:spPr>
          <a:xfrm>
            <a:off x="3228335" y="1851379"/>
            <a:ext cx="0" cy="460799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28" name="Google Shape;428;p295"/>
          <p:cNvSpPr/>
          <p:nvPr/>
        </p:nvSpPr>
        <p:spPr>
          <a:xfrm>
            <a:off x="3761934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9" name="Google Shape;429;p295"/>
          <p:cNvSpPr>
            <a:spLocks noGrp="1"/>
          </p:cNvSpPr>
          <p:nvPr>
            <p:ph type="pic" idx="6"/>
          </p:nvPr>
        </p:nvSpPr>
        <p:spPr>
          <a:xfrm>
            <a:off x="3665537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0" name="Google Shape;430;p295"/>
          <p:cNvSpPr txBox="1">
            <a:spLocks noGrp="1"/>
          </p:cNvSpPr>
          <p:nvPr>
            <p:ph type="body" idx="7"/>
          </p:nvPr>
        </p:nvSpPr>
        <p:spPr>
          <a:xfrm>
            <a:off x="3610341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1" name="Google Shape;431;p295"/>
          <p:cNvSpPr txBox="1">
            <a:spLocks noGrp="1"/>
          </p:cNvSpPr>
          <p:nvPr>
            <p:ph type="body" idx="8"/>
          </p:nvPr>
        </p:nvSpPr>
        <p:spPr>
          <a:xfrm>
            <a:off x="3610341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2" name="Google Shape;432;p295"/>
          <p:cNvSpPr txBox="1">
            <a:spLocks noGrp="1"/>
          </p:cNvSpPr>
          <p:nvPr>
            <p:ph type="body" idx="9"/>
          </p:nvPr>
        </p:nvSpPr>
        <p:spPr>
          <a:xfrm>
            <a:off x="3610343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3" name="Google Shape;433;p295"/>
          <p:cNvSpPr txBox="1">
            <a:spLocks noGrp="1"/>
          </p:cNvSpPr>
          <p:nvPr>
            <p:ph type="body" idx="13"/>
          </p:nvPr>
        </p:nvSpPr>
        <p:spPr>
          <a:xfrm>
            <a:off x="4362420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771B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rgbClr val="50771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cxnSp>
        <p:nvCxnSpPr>
          <p:cNvPr id="434" name="Google Shape;434;p295"/>
          <p:cNvCxnSpPr/>
          <p:nvPr/>
        </p:nvCxnSpPr>
        <p:spPr>
          <a:xfrm>
            <a:off x="6099319" y="1851379"/>
            <a:ext cx="0" cy="460799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35" name="Google Shape;435;p295"/>
          <p:cNvSpPr/>
          <p:nvPr/>
        </p:nvSpPr>
        <p:spPr>
          <a:xfrm>
            <a:off x="6525956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6" name="Google Shape;436;p295"/>
          <p:cNvSpPr>
            <a:spLocks noGrp="1"/>
          </p:cNvSpPr>
          <p:nvPr>
            <p:ph type="pic" idx="14"/>
          </p:nvPr>
        </p:nvSpPr>
        <p:spPr>
          <a:xfrm>
            <a:off x="6429560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7" name="Google Shape;437;p295"/>
          <p:cNvSpPr txBox="1">
            <a:spLocks noGrp="1"/>
          </p:cNvSpPr>
          <p:nvPr>
            <p:ph type="body" idx="15"/>
          </p:nvPr>
        </p:nvSpPr>
        <p:spPr>
          <a:xfrm>
            <a:off x="6374364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8" name="Google Shape;438;p295"/>
          <p:cNvSpPr txBox="1">
            <a:spLocks noGrp="1"/>
          </p:cNvSpPr>
          <p:nvPr>
            <p:ph type="body" idx="16"/>
          </p:nvPr>
        </p:nvSpPr>
        <p:spPr>
          <a:xfrm>
            <a:off x="6374364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9" name="Google Shape;439;p295"/>
          <p:cNvSpPr txBox="1">
            <a:spLocks noGrp="1"/>
          </p:cNvSpPr>
          <p:nvPr>
            <p:ph type="body" idx="17"/>
          </p:nvPr>
        </p:nvSpPr>
        <p:spPr>
          <a:xfrm>
            <a:off x="6374365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0" name="Google Shape;440;p295"/>
          <p:cNvSpPr txBox="1">
            <a:spLocks noGrp="1"/>
          </p:cNvSpPr>
          <p:nvPr>
            <p:ph type="body" idx="18"/>
          </p:nvPr>
        </p:nvSpPr>
        <p:spPr>
          <a:xfrm>
            <a:off x="7126443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chemeClr val="accent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cxnSp>
        <p:nvCxnSpPr>
          <p:cNvPr id="441" name="Google Shape;441;p295"/>
          <p:cNvCxnSpPr/>
          <p:nvPr/>
        </p:nvCxnSpPr>
        <p:spPr>
          <a:xfrm>
            <a:off x="8811788" y="1851379"/>
            <a:ext cx="0" cy="460799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42" name="Google Shape;442;p295"/>
          <p:cNvSpPr/>
          <p:nvPr/>
        </p:nvSpPr>
        <p:spPr>
          <a:xfrm>
            <a:off x="9315796" y="1980090"/>
            <a:ext cx="1793877" cy="1823989"/>
          </a:xfrm>
          <a:prstGeom prst="ellipse">
            <a:avLst/>
          </a:prstGeom>
          <a:noFill/>
          <a:ln w="381000" cap="rnd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3" name="Google Shape;443;p295"/>
          <p:cNvSpPr>
            <a:spLocks noGrp="1"/>
          </p:cNvSpPr>
          <p:nvPr>
            <p:ph type="pic" idx="19"/>
          </p:nvPr>
        </p:nvSpPr>
        <p:spPr>
          <a:xfrm>
            <a:off x="9219400" y="1861557"/>
            <a:ext cx="2029915" cy="20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50" tIns="47525" rIns="95050" bIns="475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4" name="Google Shape;444;p295"/>
          <p:cNvSpPr txBox="1">
            <a:spLocks noGrp="1"/>
          </p:cNvSpPr>
          <p:nvPr>
            <p:ph type="body" idx="20"/>
          </p:nvPr>
        </p:nvSpPr>
        <p:spPr>
          <a:xfrm>
            <a:off x="9199956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 panose="020B0604020202020204"/>
              <a:buNone/>
              <a:defRPr sz="2135" b="0" i="0" u="none" strike="noStrike" cap="non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5" name="Google Shape;445;p295"/>
          <p:cNvSpPr txBox="1">
            <a:spLocks noGrp="1"/>
          </p:cNvSpPr>
          <p:nvPr>
            <p:ph type="body" idx="21"/>
          </p:nvPr>
        </p:nvSpPr>
        <p:spPr>
          <a:xfrm>
            <a:off x="9199956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6" name="Google Shape;446;p295"/>
          <p:cNvSpPr txBox="1">
            <a:spLocks noGrp="1"/>
          </p:cNvSpPr>
          <p:nvPr>
            <p:ph type="body" idx="22"/>
          </p:nvPr>
        </p:nvSpPr>
        <p:spPr>
          <a:xfrm>
            <a:off x="9199957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3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7" name="Google Shape;447;p295"/>
          <p:cNvSpPr txBox="1">
            <a:spLocks noGrp="1"/>
          </p:cNvSpPr>
          <p:nvPr>
            <p:ph type="body" idx="23"/>
          </p:nvPr>
        </p:nvSpPr>
        <p:spPr>
          <a:xfrm>
            <a:off x="9952035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875" rIns="0" bIns="1038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333"/>
              <a:buFont typeface="Arial" panose="020B0604020202020204"/>
              <a:buNone/>
              <a:defRPr sz="3335" b="1" i="0" u="none" strike="noStrike" cap="none">
                <a:solidFill>
                  <a:srgbClr val="BFBFB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98145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8" name="Google Shape;448;p295"/>
          <p:cNvSpPr txBox="1">
            <a:spLocks noGrp="1"/>
          </p:cNvSpPr>
          <p:nvPr>
            <p:ph type="body" idx="24"/>
          </p:nvPr>
        </p:nvSpPr>
        <p:spPr>
          <a:xfrm>
            <a:off x="3329431" y="248361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9" name="Google Shape;449;p295"/>
          <p:cNvSpPr txBox="1">
            <a:spLocks noGrp="1"/>
          </p:cNvSpPr>
          <p:nvPr>
            <p:ph type="body" idx="25"/>
          </p:nvPr>
        </p:nvSpPr>
        <p:spPr>
          <a:xfrm>
            <a:off x="3329431" y="107694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 panose="020B0604020202020204"/>
              <a:buNone/>
              <a:defRPr sz="1335" b="1" i="0" u="none" strike="noStrike" cap="non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 panose="020B0604020202020204"/>
              <a:buNone/>
              <a:defRPr sz="5335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6" Type="http://schemas.openxmlformats.org/officeDocument/2006/relationships/theme" Target="../theme/theme2.xml"/><Relationship Id="rId35" Type="http://schemas.openxmlformats.org/officeDocument/2006/relationships/image" Target="../media/image1.jpeg"/><Relationship Id="rId34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2.xml"/><Relationship Id="rId3" Type="http://schemas.openxmlformats.org/officeDocument/2006/relationships/slideLayout" Target="../slideLayouts/slideLayout5.xml"/><Relationship Id="rId29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6" Type="http://schemas.openxmlformats.org/officeDocument/2006/relationships/theme" Target="../theme/theme3.xml"/><Relationship Id="rId35" Type="http://schemas.openxmlformats.org/officeDocument/2006/relationships/image" Target="../media/image1.jpeg"/><Relationship Id="rId34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66.xml"/><Relationship Id="rId3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6"/>
          <p:cNvSpPr/>
          <p:nvPr/>
        </p:nvSpPr>
        <p:spPr>
          <a:xfrm>
            <a:off x="8782521" y="6450660"/>
            <a:ext cx="33888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Copyright Intellipaat. All rights reserved. </a:t>
            </a:r>
            <a:endParaRPr sz="1465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11;p2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727381" y="117421"/>
            <a:ext cx="2272908" cy="79231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21"/>
          <p:cNvPicPr preferRelativeResize="0"/>
          <p:nvPr/>
        </p:nvPicPr>
        <p:blipFill rotWithShape="1">
          <a:blip r:embed="rId35"/>
          <a:srcRect/>
          <a:stretch>
            <a:fillRect/>
          </a:stretch>
        </p:blipFill>
        <p:spPr>
          <a:xfrm>
            <a:off x="9979763" y="160554"/>
            <a:ext cx="1814099" cy="63237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21"/>
          <p:cNvSpPr/>
          <p:nvPr/>
        </p:nvSpPr>
        <p:spPr>
          <a:xfrm>
            <a:off x="8782521" y="6450660"/>
            <a:ext cx="33599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Copyright Intellipaat. All rights reserved. </a:t>
            </a:r>
            <a:endParaRPr sz="1465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9" name="Google Shape;39;p221"/>
          <p:cNvCxnSpPr/>
          <p:nvPr/>
        </p:nvCxnSpPr>
        <p:spPr>
          <a:xfrm rot="10800000">
            <a:off x="403103" y="983227"/>
            <a:ext cx="11390759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61"/>
          <p:cNvPicPr preferRelativeResize="0"/>
          <p:nvPr/>
        </p:nvPicPr>
        <p:blipFill rotWithShape="1">
          <a:blip r:embed="rId35"/>
          <a:srcRect/>
          <a:stretch>
            <a:fillRect/>
          </a:stretch>
        </p:blipFill>
        <p:spPr>
          <a:xfrm>
            <a:off x="9979763" y="160554"/>
            <a:ext cx="1814099" cy="63237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1"/>
          <p:cNvSpPr/>
          <p:nvPr/>
        </p:nvSpPr>
        <p:spPr>
          <a:xfrm>
            <a:off x="8782521" y="6450660"/>
            <a:ext cx="33599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Copyright Intellipaat. All rights reserved. </a:t>
            </a:r>
            <a:endParaRPr sz="1465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46" name="Google Shape;246;p261"/>
          <p:cNvCxnSpPr/>
          <p:nvPr/>
        </p:nvCxnSpPr>
        <p:spPr>
          <a:xfrm rot="10800000">
            <a:off x="403103" y="983227"/>
            <a:ext cx="11390759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10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49860" y="121285"/>
            <a:ext cx="11943715" cy="649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4956" y="682529"/>
            <a:ext cx="3134817" cy="109277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"/>
          <p:cNvSpPr/>
          <p:nvPr/>
        </p:nvSpPr>
        <p:spPr>
          <a:xfrm>
            <a:off x="9206669" y="0"/>
            <a:ext cx="2985331" cy="12912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8" name="Google Shape;458;p1"/>
          <p:cNvSpPr txBox="1">
            <a:spLocks noGrp="1"/>
          </p:cNvSpPr>
          <p:nvPr>
            <p:ph type="body" idx="1"/>
          </p:nvPr>
        </p:nvSpPr>
        <p:spPr>
          <a:xfrm>
            <a:off x="242184" y="2647217"/>
            <a:ext cx="5695556" cy="210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300"/>
              <a:buNone/>
            </a:pPr>
            <a:r>
              <a:rPr lang="en-US" dirty="0"/>
              <a:t>SQL Revision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300"/>
              <a:buNone/>
            </a:pP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175" y="1392555"/>
            <a:ext cx="3873500" cy="3829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ext Placeholder 60"/>
          <p:cNvSpPr txBox="1"/>
          <p:nvPr/>
        </p:nvSpPr>
        <p:spPr>
          <a:xfrm>
            <a:off x="3319906" y="932815"/>
            <a:ext cx="5551276" cy="7692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5600" dirty="0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US" sz="5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533127" y="2549433"/>
            <a:ext cx="5027930" cy="612000"/>
            <a:chOff x="1705166" y="1581736"/>
            <a:chExt cx="4220477" cy="612000"/>
          </a:xfrm>
        </p:grpSpPr>
        <p:sp>
          <p:nvSpPr>
            <p:cNvPr id="22" name="Rectangle 5"/>
            <p:cNvSpPr/>
            <p:nvPr/>
          </p:nvSpPr>
          <p:spPr>
            <a:xfrm>
              <a:off x="1705166" y="1581736"/>
              <a:ext cx="715620" cy="612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28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01</a:t>
              </a:r>
              <a:endPara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Box 61"/>
            <p:cNvSpPr txBox="1"/>
            <p:nvPr/>
          </p:nvSpPr>
          <p:spPr>
            <a:xfrm>
              <a:off x="2502036" y="1626186"/>
              <a:ext cx="342360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Exception Handling</a:t>
              </a:r>
              <a:endParaRPr lang="en-US" sz="28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4" name="Rectangle 8"/>
          <p:cNvSpPr/>
          <p:nvPr/>
        </p:nvSpPr>
        <p:spPr>
          <a:xfrm>
            <a:off x="1532890" y="3382645"/>
            <a:ext cx="852805" cy="6121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280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533127" y="4229410"/>
            <a:ext cx="3953908" cy="612000"/>
            <a:chOff x="1705166" y="1581736"/>
            <a:chExt cx="3318936" cy="612000"/>
          </a:xfrm>
        </p:grpSpPr>
        <p:sp>
          <p:nvSpPr>
            <p:cNvPr id="26" name="Rectangle 11"/>
            <p:cNvSpPr/>
            <p:nvPr/>
          </p:nvSpPr>
          <p:spPr>
            <a:xfrm>
              <a:off x="1705166" y="1581736"/>
              <a:ext cx="715620" cy="612000"/>
            </a:xfrm>
            <a:prstGeom prst="rect">
              <a:avLst/>
            </a:prstGeom>
            <a:solidFill>
              <a:srgbClr val="C12F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28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03</a:t>
              </a:r>
              <a:endPara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61"/>
            <p:cNvSpPr txBox="1"/>
            <p:nvPr/>
          </p:nvSpPr>
          <p:spPr>
            <a:xfrm>
              <a:off x="2502170" y="1628916"/>
              <a:ext cx="252193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8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899" y="1855674"/>
            <a:ext cx="3680566" cy="3680566"/>
          </a:xfrm>
          <a:prstGeom prst="rect">
            <a:avLst/>
          </a:prstGeom>
        </p:spPr>
      </p:pic>
      <p:sp>
        <p:nvSpPr>
          <p:cNvPr id="29" name="TextBox 67"/>
          <p:cNvSpPr txBox="1"/>
          <p:nvPr/>
        </p:nvSpPr>
        <p:spPr>
          <a:xfrm>
            <a:off x="2464435" y="3474720"/>
            <a:ext cx="4095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Triggers</a:t>
            </a:r>
            <a:endParaRPr lang="en-US" sz="28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67"/>
          <p:cNvSpPr txBox="1"/>
          <p:nvPr/>
        </p:nvSpPr>
        <p:spPr>
          <a:xfrm>
            <a:off x="2464435" y="4276725"/>
            <a:ext cx="4635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Indexes</a:t>
            </a:r>
            <a:endParaRPr lang="en-US" sz="28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48335" y="871220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25450" y="2990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 panose="020B0604020202020204"/>
              <a:buNone/>
            </a:pPr>
            <a:r>
              <a:rPr lang="en-US" sz="3200" dirty="0">
                <a:solidFill>
                  <a:srgbClr val="604878"/>
                </a:solidFill>
                <a:latin typeface="Raleway Light"/>
                <a:sym typeface="Raleway Light"/>
              </a:rPr>
              <a:t>Exception Handling</a:t>
            </a:r>
            <a:endParaRPr lang="en-US" sz="3200" dirty="0">
              <a:solidFill>
                <a:srgbClr val="604878"/>
              </a:solidFill>
              <a:latin typeface="Raleway Light"/>
              <a:sym typeface="Raleway Ligh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69925" y="1326515"/>
            <a:ext cx="10788015" cy="1200150"/>
          </a:xfrm>
          <a:prstGeom prst="round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46455" y="1396365"/>
            <a:ext cx="104400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Exception handling in SQL Server is the process of dealing with errors or exceptions that occur during the execution of SQL code. 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77950" y="3049270"/>
            <a:ext cx="4053840" cy="283591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798955" y="3127375"/>
            <a:ext cx="3592195" cy="258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ERROR_LINE()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ERROR_MESSAGE()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ERROR_PROCEDURE()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ERROR_NUMBER()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ERROR_SEVERITY()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ERROR_STATE()</a:t>
            </a:r>
            <a:endParaRPr lang="en-US" sz="1800"/>
          </a:p>
        </p:txBody>
      </p:sp>
      <p:pic>
        <p:nvPicPr>
          <p:cNvPr id="17" name="Picture Placeholder 16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6823075" y="2879725"/>
            <a:ext cx="4295775" cy="3089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506;p4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 panose="020B0604020202020204"/>
              <a:buNone/>
            </a:pPr>
            <a:r>
              <a:rPr lang="en-US" sz="3200" dirty="0">
                <a:solidFill>
                  <a:srgbClr val="604878"/>
                </a:solidFill>
                <a:latin typeface="Raleway Light"/>
                <a:sym typeface="Raleway Light"/>
              </a:rPr>
              <a:t>Triggers</a:t>
            </a:r>
            <a:endParaRPr lang="en-US" sz="3200" dirty="0">
              <a:solidFill>
                <a:srgbClr val="604878"/>
              </a:solidFill>
              <a:latin typeface="Raleway Light"/>
              <a:sym typeface="Raleway Ligh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33070" y="3538855"/>
            <a:ext cx="632142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Triggers cannot be manually invoked or executed.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There is no chance that triggers will receive parameters.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A transaction cannot be committed or rolled back inside a trigger.</a:t>
            </a:r>
            <a:endParaRPr lang="en-US" sz="180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Trigger should not commit and cannot commit.</a:t>
            </a:r>
            <a:endParaRPr lang="en-US" sz="1800"/>
          </a:p>
        </p:txBody>
      </p:sp>
      <p:sp>
        <p:nvSpPr>
          <p:cNvPr id="7" name="Rounded Rectangle 6"/>
          <p:cNvSpPr/>
          <p:nvPr/>
        </p:nvSpPr>
        <p:spPr>
          <a:xfrm>
            <a:off x="433070" y="1385570"/>
            <a:ext cx="11328400" cy="81724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30225" y="1541145"/>
            <a:ext cx="1121219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1800"/>
              <a:t>A trigger is defined to activate when a statement inserts, updates, or deletes rows in the associated table. </a:t>
            </a:r>
            <a:endParaRPr lang="en-US" sz="1800"/>
          </a:p>
        </p:txBody>
      </p:sp>
      <p:sp>
        <p:nvSpPr>
          <p:cNvPr id="6" name="Rounded Rectangle 5"/>
          <p:cNvSpPr/>
          <p:nvPr/>
        </p:nvSpPr>
        <p:spPr>
          <a:xfrm>
            <a:off x="433070" y="2615565"/>
            <a:ext cx="2974340" cy="703580"/>
          </a:xfrm>
          <a:prstGeom prst="round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79425" y="2779395"/>
            <a:ext cx="2792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Points to Remember</a:t>
            </a:r>
            <a:endParaRPr lang="en-US" sz="2000" b="1"/>
          </a:p>
        </p:txBody>
      </p:sp>
      <p:pic>
        <p:nvPicPr>
          <p:cNvPr id="9" name="Picture Placeholder 8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7580630" y="2615565"/>
            <a:ext cx="3881755" cy="3008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7" name="Google Shape;517;p8"/>
          <p:cNvSpPr/>
          <p:nvPr/>
        </p:nvSpPr>
        <p:spPr>
          <a:xfrm>
            <a:off x="7122160" y="2984500"/>
            <a:ext cx="3809365" cy="212407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AF5C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DML Triggers</a:t>
            </a:r>
            <a:endParaRPr sz="2800" b="0" i="0" u="none" strike="noStrike" cap="none">
              <a:solidFill>
                <a:schemeClr val="dk1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DDL Triggers</a:t>
            </a:r>
            <a:endParaRPr sz="2800" b="0" i="0" u="none" strike="noStrike" cap="none">
              <a:solidFill>
                <a:schemeClr val="dk1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1173480" y="2984500"/>
            <a:ext cx="3650615" cy="212407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AF5C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After</a:t>
            </a:r>
            <a:endParaRPr sz="2800" b="0" i="0" u="none" strike="noStrike" cap="none">
              <a:solidFill>
                <a:schemeClr val="dk1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Instead of</a:t>
            </a:r>
            <a:endParaRPr lang="en-US" sz="2800" b="0" i="0" u="none" strike="noStrike" cap="none">
              <a:solidFill>
                <a:schemeClr val="dk1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For</a:t>
            </a:r>
            <a:endParaRPr lang="en-US" sz="2800" b="0" i="0" u="none" strike="noStrike" cap="none">
              <a:solidFill>
                <a:schemeClr val="dk1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</p:txBody>
      </p:sp>
      <p:sp>
        <p:nvSpPr>
          <p:cNvPr id="519" name="Google Shape;519;p8"/>
          <p:cNvSpPr txBox="1"/>
          <p:nvPr/>
        </p:nvSpPr>
        <p:spPr>
          <a:xfrm>
            <a:off x="479084" y="227295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 panose="020B0604020202020204"/>
              <a:buNone/>
            </a:pPr>
            <a:r>
              <a:rPr lang="en-US" sz="3200">
                <a:solidFill>
                  <a:srgbClr val="604878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 </a:t>
            </a:r>
            <a:r>
              <a:rPr lang="en-US" sz="3200">
                <a:solidFill>
                  <a:schemeClr val="accent2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Triggers</a:t>
            </a:r>
            <a:endParaRPr lang="en-US" sz="3200">
              <a:solidFill>
                <a:schemeClr val="accent2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4822825" y="3469005"/>
            <a:ext cx="2327275" cy="283845"/>
          </a:xfrm>
          <a:prstGeom prst="line">
            <a:avLst/>
          </a:prstGeom>
          <a:ln w="412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845685" y="3764280"/>
            <a:ext cx="2292985" cy="408940"/>
          </a:xfrm>
          <a:prstGeom prst="line">
            <a:avLst/>
          </a:prstGeom>
          <a:ln w="412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4822825" y="4445635"/>
            <a:ext cx="2304415" cy="317500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29610" y="1207135"/>
            <a:ext cx="5051425" cy="1258570"/>
          </a:xfrm>
          <a:prstGeom prst="round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626485" y="132905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ym typeface="+mn-ea"/>
              </a:rPr>
              <a:t>DML - Insert, Update, Delete</a:t>
            </a:r>
            <a:endParaRPr lang="en-US" sz="2000" b="1">
              <a:sym typeface="+mn-ea"/>
            </a:endParaRPr>
          </a:p>
          <a:p>
            <a:endParaRPr lang="en-US" sz="2000" b="1">
              <a:sym typeface="+mn-ea"/>
            </a:endParaRPr>
          </a:p>
          <a:p>
            <a:r>
              <a:rPr lang="en-US" sz="2000" b="1">
                <a:sym typeface="+mn-ea"/>
              </a:rPr>
              <a:t>DDL - Create, Alter, Drop, Logon</a:t>
            </a:r>
            <a:endParaRPr lang="en-US" sz="2000" b="1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9" name="Google Shape;519;p8"/>
          <p:cNvSpPr txBox="1"/>
          <p:nvPr/>
        </p:nvSpPr>
        <p:spPr>
          <a:xfrm>
            <a:off x="479084" y="227295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 panose="020B0604020202020204"/>
              <a:buNone/>
            </a:pPr>
            <a:r>
              <a:rPr lang="en-US" sz="3200">
                <a:solidFill>
                  <a:srgbClr val="604878"/>
                </a:solidFill>
                <a:latin typeface="Raleway Light" charset="0"/>
                <a:ea typeface="Montserrat"/>
                <a:cs typeface="Raleway Light" charset="0"/>
                <a:sym typeface="Montserrat"/>
              </a:rPr>
              <a:t>Indexes</a:t>
            </a:r>
            <a:endParaRPr lang="en-US" sz="3200">
              <a:solidFill>
                <a:schemeClr val="accent2"/>
              </a:solidFill>
              <a:latin typeface="Raleway Light" charset="0"/>
              <a:ea typeface="Montserrat"/>
              <a:cs typeface="Raleway Light" charset="0"/>
              <a:sym typeface="Montserra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8790" y="1207135"/>
            <a:ext cx="7702550" cy="635000"/>
          </a:xfrm>
          <a:prstGeom prst="round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843280" y="1329055"/>
            <a:ext cx="7105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ym typeface="+mn-ea"/>
              </a:rPr>
              <a:t>Difference between Clustered &amp; Non-Clustered Indexed</a:t>
            </a:r>
            <a:endParaRPr lang="en-US" sz="2000" b="1">
              <a:sym typeface="+mn-ea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78790" y="2226945"/>
          <a:ext cx="11145520" cy="3425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2760"/>
                <a:gridCol w="5572760"/>
              </a:tblGrid>
              <a:tr h="781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Clustered Index</a:t>
                      </a:r>
                      <a:endParaRPr 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Non-Clustered Index</a:t>
                      </a:r>
                      <a:endParaRPr lang="en-US" sz="2000"/>
                    </a:p>
                  </a:txBody>
                  <a:tcPr anchor="ctr" anchorCtr="0"/>
                </a:tc>
              </a:tr>
              <a:tr h="943610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800" b="0"/>
                        <a:t>It determines the physical order of data rows in a table. </a:t>
                      </a:r>
                      <a:endParaRPr lang="en-US" sz="1800" b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800"/>
                        <a:t>It is a separate data structure that contains a copy of the indexed columns in a specific order.</a:t>
                      </a:r>
                      <a:endParaRPr lang="en-US" sz="1800"/>
                    </a:p>
                  </a:txBody>
                  <a:tcPr anchor="ctr" anchorCtr="0"/>
                </a:tc>
              </a:tr>
              <a:tr h="804545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Each table can have only one clustered index.</a:t>
                      </a:r>
                      <a:endParaRPr lang="en-US" sz="1800" b="0"/>
                    </a:p>
                    <a:p>
                      <a:pPr algn="l">
                        <a:buNone/>
                      </a:pP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800"/>
                        <a:t>A table can have multiple non-clustered indexes.</a:t>
                      </a:r>
                      <a:endParaRPr lang="en-US" sz="1800"/>
                    </a:p>
                  </a:txBody>
                  <a:tcPr anchor="ctr" anchorCtr="0"/>
                </a:tc>
              </a:tr>
              <a:tr h="895985"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800"/>
                        <a:t>Since a table can have only one clustered index, it is often chosen for the primary key of the table.</a:t>
                      </a: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800"/>
                        <a:t>Non-clustered indexes store a reference to the clustered index or the actual data row.</a:t>
                      </a:r>
                      <a:endParaRPr lang="en-US" sz="18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383100" y="1201850"/>
            <a:ext cx="4434075" cy="44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8"/>
          <p:cNvSpPr txBox="1"/>
          <p:nvPr/>
        </p:nvSpPr>
        <p:spPr>
          <a:xfrm>
            <a:off x="1777575" y="3113200"/>
            <a:ext cx="8849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6659B8"/>
                </a:solidFill>
                <a:latin typeface="Overpass"/>
                <a:ea typeface="Overpass"/>
                <a:cs typeface="Overpass"/>
                <a:sym typeface="Overpass"/>
              </a:rPr>
              <a:t>Any Questions?</a:t>
            </a:r>
            <a:endParaRPr sz="3200" b="1">
              <a:solidFill>
                <a:srgbClr val="6659B8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659" name="Google Shape;659;p2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5b05f015ba_0_90"/>
          <p:cNvSpPr/>
          <p:nvPr/>
        </p:nvSpPr>
        <p:spPr>
          <a:xfrm>
            <a:off x="8586300" y="6550200"/>
            <a:ext cx="3605700" cy="307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5" name="Google Shape;665;g25b05f015ba_0_90"/>
          <p:cNvSpPr/>
          <p:nvPr/>
        </p:nvSpPr>
        <p:spPr>
          <a:xfrm>
            <a:off x="9315924" y="6450650"/>
            <a:ext cx="2876100" cy="30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000">
                <a:solidFill>
                  <a:srgbClr val="CCCCCC"/>
                </a:solidFill>
              </a:rPr>
              <a:t>© Copyright Intellipaat. All rights reserved.</a:t>
            </a:r>
            <a:endParaRPr sz="1465" b="0" i="0" u="none" strike="noStrike" cap="none">
              <a:solidFill>
                <a:srgbClr val="CCCCC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66" name="Google Shape;666;g25b05f015ba_0_90"/>
          <p:cNvPicPr preferRelativeResize="0"/>
          <p:nvPr/>
        </p:nvPicPr>
        <p:blipFill rotWithShape="1">
          <a:blip r:embed="rId1"/>
          <a:srcRect b="4021"/>
          <a:stretch>
            <a:fillRect/>
          </a:stretch>
        </p:blipFill>
        <p:spPr>
          <a:xfrm>
            <a:off x="0" y="0"/>
            <a:ext cx="12192000" cy="60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g25b05f015ba_0_9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Custom 12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323232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iseño personalizado">
  <a:themeElements>
    <a:clrScheme name="Custom 4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FFFFFF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Diseño personalizado">
  <a:themeElements>
    <a:clrScheme name="Custom 4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FFFFFF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</Words>
  <Application>WPS Presentation</Application>
  <PresentationFormat>Widescreen</PresentationFormat>
  <Paragraphs>77</Paragraphs>
  <Slides>8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Arial</vt:lpstr>
      <vt:lpstr>Lato</vt:lpstr>
      <vt:lpstr>Calibri</vt:lpstr>
      <vt:lpstr>Raleway Light</vt:lpstr>
      <vt:lpstr>Raleway Black</vt:lpstr>
      <vt:lpstr>Segoe Print</vt:lpstr>
      <vt:lpstr>Raleway</vt:lpstr>
      <vt:lpstr>Calibri</vt:lpstr>
      <vt:lpstr>Raleway Light</vt:lpstr>
      <vt:lpstr>Montserrat</vt:lpstr>
      <vt:lpstr>Overpass</vt:lpstr>
      <vt:lpstr>Microsoft YaHei</vt:lpstr>
      <vt:lpstr>Arial Unicode MS</vt:lpstr>
      <vt:lpstr>Diseño personalizado</vt:lpstr>
      <vt:lpstr>2_Diseño personalizado</vt:lpstr>
      <vt:lpstr>4_Diseño personalizado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Debashis Borgohain</dc:creator>
  <cp:lastModifiedBy>Dell</cp:lastModifiedBy>
  <cp:revision>303</cp:revision>
  <dcterms:created xsi:type="dcterms:W3CDTF">2019-08-22T08:21:00Z</dcterms:created>
  <dcterms:modified xsi:type="dcterms:W3CDTF">2024-02-13T08:51:57Z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42473C25D0E44A14B45BAB312D1BE4C4_13</vt:lpwstr>
  </property>
  <property fmtid="{D5CDD505-2E9C-101B-9397-08002B2CF9AE}" pid="3" name="KSOProductBuildVer">
    <vt:lpwstr>1033-12.2.0.13431</vt:lpwstr>
  </property>
</Properties>
</file>